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9900"/>
                </a:solidFill>
                <a:latin typeface="Amazon Ember Display"/>
              </a:defRPr>
            </a:pPr>
            <a:r>
              <a:t>AWS DRS Orchestration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latin typeface="Amazon Ember"/>
              </a:defRPr>
            </a:pPr>
            <a:r>
              <a:t>Serverless Disaster Recovery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latin typeface="Amazon Ember"/>
              </a:defRPr>
            </a:pPr>
            <a:r>
              <a:t>Enterprise-Grade Solution for Automated Recovery</a:t>
            </a:r>
          </a:p>
        </p:txBody>
      </p:sp>
      <p:pic>
        <p:nvPicPr>
          <p:cNvPr id="5" name="Picture 4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5303520"/>
            <a:ext cx="1371600" cy="4937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latin typeface="Amazon Ember"/>
              </a:defRPr>
            </a:pPr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F3E"/>
                </a:solidFill>
                <a:latin typeface="Amazon Ember Display"/>
              </a:defRPr>
            </a:pPr>
            <a:r>
              <a:t>What is AWS DRS Orchestration?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Wave-based recovery execution (like VMware SRM)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Server dependency management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One-click drill testing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Real-time progress monitoring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Complete audit trail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Built with: 100% AWS serverless technologies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Deployment: &lt; 1 hour via CloudFormation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Cost: $3,360/year (fixed, regardless of server count)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2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F3E"/>
                </a:solidFill>
                <a:latin typeface="Amazon Ember Display"/>
              </a:defRPr>
            </a:pPr>
            <a:r>
              <a:t>The Problem We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WITHOUT ORCHESTRATION: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Manual server recovery (error-prone)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No dependency management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12-16 hour recovery times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Complex drill testing procedures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No visibility into recovery progress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MIGRATION CHALLENGE: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Customers have VMware SRM orchestration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AWS DRS lacks equivalent capabilities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This gap blocks AWS DRS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3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F3E"/>
                </a:solidFill>
                <a:latin typeface="Amazon Ember Display"/>
              </a:defRPr>
            </a:pPr>
            <a:r>
              <a:t>Architecture Components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React + TypeScript + MUI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Modern web 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CDN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CloudFront + S3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Global distribution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Cognito User Pools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Secure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API Gateway (REST)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Managed API layer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Lambda (Python 3.12)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Business logic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DRS API Integration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Recovery execution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DynamoDB (3 tables)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Configuration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CloudWatch + CloudTrail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Logs and audit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4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9900"/>
                </a:solidFill>
              </a:defRPr>
            </a:pPr>
            <a:r>
              <a:rPr dirty="0"/>
              <a:t>Solution Architecture</a:t>
            </a:r>
          </a:p>
        </p:txBody>
      </p:sp>
      <p:pic>
        <p:nvPicPr>
          <p:cNvPr id="3" name="Picture 2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434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F3E"/>
                </a:solidFill>
                <a:latin typeface="Amazon Ember Display"/>
              </a:defRPr>
            </a:pPr>
            <a:r>
              <a:t>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1. Protection Groups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Group servers logically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Auto-discover DRS servers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Reusable across plans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2. Recovery Plans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Multi-wave recovery sequences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Wave 1: Database | Wave 2: Application | Wave 3: Web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Dependencies between waves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5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F3E"/>
                </a:solidFill>
                <a:latin typeface="Amazon Ember Display"/>
              </a:defRPr>
            </a:pPr>
            <a:r>
              <a:t>Wave-Based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3. Wave-Based Execution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15-second delays between servers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30-second delays between waves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Automatic retry with exponential backoff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4. Drill Mode Testing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Creates test instances (not production cutover)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Zero impact on replication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6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F3E"/>
                </a:solidFill>
                <a:latin typeface="Amazon Ember Display"/>
              </a:defRPr>
            </a:pPr>
            <a:r>
              <a:t>Real-Time Monitoring &amp; One-Click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5. Real-Time Monitoring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Execution history (start/end times)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Job status tracking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CloudWatch integration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Audit trail in CloudTrail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6. One-Click Recovery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Select recovery plan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Choose drill vs production mode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Click 'Execute Recovery'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Monitor progress in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7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F3E"/>
                </a:solidFill>
                <a:latin typeface="Amazon Ember Display"/>
              </a:defRPr>
            </a:pPr>
            <a:r>
              <a:t>Performance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097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Before (Manual)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After (Orchestrated)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Recovery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12-16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4-6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65% faster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Setup Time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2-3 weeks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&lt; 1 hour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99% faster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Drill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4-5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2-3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98% faster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Error Rate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15-20%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&lt; 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90% reduction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8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F3E"/>
                </a:solidFill>
                <a:latin typeface="Amazon Ember Display"/>
              </a:defRPr>
            </a:pPr>
            <a:r>
              <a:t>AWS DRS Orchestration Platform Cost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Annual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Lambda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Recovery execution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DynamoDB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$600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3 tables (on-demand)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API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REST API requests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CloudFront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$240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Global CDN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Frontend hosting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Cognito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$240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User authentication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CloudWatch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Log retention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CloudTrail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Audit logging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$3,360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Fixed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9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F3E"/>
                </a:solidFill>
                <a:latin typeface="Amazon Ember Display"/>
              </a:defRPr>
            </a:pPr>
            <a:r>
              <a:t>Total Solution Cost (1,000 Servers)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Annual Cost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AWS DRS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$480,000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Scales with server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+ Orchestration Platform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$3,360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Fixed serverless cost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= Total 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$483,360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Complete DR 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10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F3E"/>
                </a:solidFill>
                <a:latin typeface="Amazon Ember Display"/>
              </a:defRPr>
            </a:pPr>
            <a:r>
              <a:t>Competitive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5097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Orchestration Cost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Setup Time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Serverless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Wave Support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AWS DRS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$3.4K/year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&lt; 1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✅ 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✅ 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VMware SRM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$1M+/year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Weeks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Zerto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$100K+/year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❌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⚠️ 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976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Azure Site Recovery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$50K+/year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Days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11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F3E"/>
                </a:solidFill>
                <a:latin typeface="Amazon Ember Display"/>
              </a:defRPr>
            </a:pPr>
            <a:r>
              <a:t>TCO Summary (3-Year, 1,000 Servers)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3-Year Total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Annual Avg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mazon Ember"/>
                        </a:defRPr>
                      </a:pPr>
                      <a:r>
                        <a:t>Staffing</a:t>
                      </a:r>
                    </a:p>
                  </a:txBody>
                  <a:tcP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VMware SRM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$10.2M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4 FTEs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AWS DRS + Orch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$2.1M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$697K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1 FTE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$8.1M (79%)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$2.7M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mazon Ember"/>
                        </a:defRPr>
                      </a:pPr>
                      <a:r>
                        <a:t>3 FTEs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12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F3E"/>
                </a:solidFill>
                <a:latin typeface="Amazon Ember Display"/>
              </a:defRPr>
            </a:pPr>
            <a: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For DR Managers: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Familiar VMware SRM-like interface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One-click recovery execution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Real-time progress visibility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For DevOps Engineers: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Infrastructure as Code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API-first design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CloudWatch observability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For CIOs/Finance: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79% cost reduction vs VMware SRM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Zero capital expenditure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75% staff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13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F3E"/>
                </a:solidFill>
                <a:latin typeface="Amazon Ember Display"/>
              </a:defRPr>
            </a:pPr>
            <a:r>
              <a:t>Deployment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Phase 1: Setup (30 minutes)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Deploy CloudFormation master template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Configure Cognito users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Review IAM permissions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Phase 2: Configuration (30 minutes)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Discover DRS source servers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Create protection groups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Define recovery plans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Phase 3: Testing (30 minutes)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Execute drill recovery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Validate server launch</a:t>
            </a:r>
          </a:p>
          <a:p>
            <a:pPr lvl="1">
              <a:spcBef>
                <a:spcPts val="300"/>
              </a:spcBef>
              <a:defRPr sz="1400">
                <a:latin typeface="Amazon Ember"/>
              </a:defRPr>
            </a:pPr>
            <a:r>
              <a:t>Review execution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14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F3E"/>
                </a:solidFill>
                <a:latin typeface="Amazon Ember Display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1. Solution: Serverless orchestration for AWS DRS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2. Cost: $3,360/year (99.7% cheaper than VMware SRM)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3. Performance: 65% faster recovery (16h → 6h)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4. Savings: $8.1M over 3 years (79% vs VMware SRM)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5. Deployment: &lt; 1 hour via CloudFormation</a:t>
            </a:r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endParaRPr/>
          </a:p>
          <a:p>
            <a:pPr>
              <a:spcBef>
                <a:spcPts val="600"/>
              </a:spcBef>
              <a:defRPr sz="1600">
                <a:latin typeface="Amazon Ember"/>
              </a:defRPr>
            </a:pPr>
            <a:r>
              <a:t>6. Value: Enterprise-grade capabilities at serverless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32F3E"/>
                </a:solidFill>
                <a:latin typeface="Amazon Ember"/>
              </a:defRPr>
            </a:pPr>
            <a:r>
              <a:t>15 of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6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232F3E"/>
                </a:solidFill>
                <a:latin typeface="Amazon Ember"/>
              </a:defRPr>
            </a:pPr>
            <a:r>
              <a:t>Confidential - Internal Use Only | November 2025</a:t>
            </a:r>
          </a:p>
        </p:txBody>
      </p:sp>
      <p:pic>
        <p:nvPicPr>
          <p:cNvPr id="7" name="Picture 6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6446520"/>
            <a:ext cx="88900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9900"/>
                </a:solidFill>
                <a:latin typeface="Amazon Ember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mazon Ember"/>
              </a:defRPr>
            </a:pPr>
            <a:r>
              <a:t>AWS DRS Orchestration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latin typeface="Amazon Ember"/>
              </a:defRPr>
            </a:pPr>
            <a:r>
              <a:t>Making Enterprise Disaster Recovery Simple, Fast, and Cost-Effective</a:t>
            </a:r>
          </a:p>
        </p:txBody>
      </p:sp>
      <p:pic>
        <p:nvPicPr>
          <p:cNvPr id="5" name="Picture 4" descr="aw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5760720"/>
            <a:ext cx="1371600" cy="493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912</Words>
  <Application>Microsoft Macintosh PowerPoint</Application>
  <PresentationFormat>On-screen Show (4:3)</PresentationFormat>
  <Paragraphs>277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Cousens, John</cp:lastModifiedBy>
  <cp:revision>2</cp:revision>
  <dcterms:created xsi:type="dcterms:W3CDTF">2013-01-27T09:14:16Z</dcterms:created>
  <dcterms:modified xsi:type="dcterms:W3CDTF">2025-11-23T16:20:19Z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2025-11-23T16:18:27Z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9a37bac6-01f7-46d6-808e-05368d1f7abf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