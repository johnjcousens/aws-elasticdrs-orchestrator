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9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5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6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1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9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0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5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0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7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D9C04-BA6E-4440-A6EE-47206D690B1A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07D31-6B9B-448D-A19F-06D8D8CF9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3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93426" y="577967"/>
            <a:ext cx="1570007" cy="597810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Overall IP Range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8046" y="570944"/>
            <a:ext cx="152076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Start of Range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6827" y="6169488"/>
            <a:ext cx="134320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End of Range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73936" y="577569"/>
            <a:ext cx="2260122" cy="1828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Business A VPC CIDR Dev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2204769" y="581174"/>
            <a:ext cx="1219923" cy="19659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 Range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204767" y="2585643"/>
            <a:ext cx="1219923" cy="19659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Tst Range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204767" y="4590113"/>
            <a:ext cx="1219923" cy="196596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Prd Range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473936" y="769075"/>
            <a:ext cx="2260122" cy="1828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Business B VPC CIDR Dev</a:t>
            </a:r>
            <a:endParaRPr lang="en-US" sz="1400" dirty="0"/>
          </a:p>
        </p:txBody>
      </p:sp>
      <p:sp>
        <p:nvSpPr>
          <p:cNvPr id="16" name="Rectangle 15"/>
          <p:cNvSpPr/>
          <p:nvPr/>
        </p:nvSpPr>
        <p:spPr>
          <a:xfrm>
            <a:off x="3473936" y="960581"/>
            <a:ext cx="2260122" cy="1828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Business C VPC CIDR Dev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3473936" y="1157264"/>
            <a:ext cx="2260122" cy="1828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Business D VPC CIDR Dev</a:t>
            </a:r>
            <a:endParaRPr lang="en-US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545350" y="296898"/>
            <a:ext cx="1666157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Region’s CIDR Block</a:t>
            </a:r>
            <a:endParaRPr lang="en-US" sz="14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188058" y="74773"/>
            <a:ext cx="1236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Life Cycle CIDR Ranges</a:t>
            </a:r>
            <a:endParaRPr lang="en-US" sz="1400" b="1" dirty="0"/>
          </a:p>
        </p:txBody>
      </p:sp>
      <p:sp>
        <p:nvSpPr>
          <p:cNvPr id="39" name="Rectangle 38"/>
          <p:cNvSpPr/>
          <p:nvPr/>
        </p:nvSpPr>
        <p:spPr>
          <a:xfrm>
            <a:off x="3473936" y="2585643"/>
            <a:ext cx="2260122" cy="1828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Business A VPC CIDR Tst</a:t>
            </a:r>
            <a:endParaRPr lang="en-US" sz="1400" dirty="0"/>
          </a:p>
        </p:txBody>
      </p:sp>
      <p:sp>
        <p:nvSpPr>
          <p:cNvPr id="40" name="Rectangle 39"/>
          <p:cNvSpPr/>
          <p:nvPr/>
        </p:nvSpPr>
        <p:spPr>
          <a:xfrm>
            <a:off x="3473936" y="2777149"/>
            <a:ext cx="2260122" cy="1828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Business B VPC CIDR Tst</a:t>
            </a:r>
            <a:endParaRPr lang="en-US" sz="1400" dirty="0"/>
          </a:p>
        </p:txBody>
      </p:sp>
      <p:sp>
        <p:nvSpPr>
          <p:cNvPr id="41" name="Rectangle 40"/>
          <p:cNvSpPr/>
          <p:nvPr/>
        </p:nvSpPr>
        <p:spPr>
          <a:xfrm>
            <a:off x="3473936" y="2968655"/>
            <a:ext cx="2260122" cy="18288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Hold for Business C Tst</a:t>
            </a:r>
            <a:endParaRPr lang="en-US" sz="1400" dirty="0"/>
          </a:p>
        </p:txBody>
      </p:sp>
      <p:sp>
        <p:nvSpPr>
          <p:cNvPr id="42" name="Rectangle 41"/>
          <p:cNvSpPr/>
          <p:nvPr/>
        </p:nvSpPr>
        <p:spPr>
          <a:xfrm>
            <a:off x="3473936" y="3165338"/>
            <a:ext cx="2260122" cy="1828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Business D VPC CIDR Tst</a:t>
            </a:r>
            <a:endParaRPr lang="en-US" sz="1400" dirty="0"/>
          </a:p>
        </p:txBody>
      </p:sp>
      <p:sp>
        <p:nvSpPr>
          <p:cNvPr id="43" name="Rectangle 42"/>
          <p:cNvSpPr/>
          <p:nvPr/>
        </p:nvSpPr>
        <p:spPr>
          <a:xfrm>
            <a:off x="3473936" y="4590113"/>
            <a:ext cx="2260122" cy="1828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Business A VPC CIDR Prd</a:t>
            </a:r>
            <a:endParaRPr lang="en-US" sz="1400" dirty="0"/>
          </a:p>
        </p:txBody>
      </p:sp>
      <p:sp>
        <p:nvSpPr>
          <p:cNvPr id="44" name="Rectangle 43"/>
          <p:cNvSpPr/>
          <p:nvPr/>
        </p:nvSpPr>
        <p:spPr>
          <a:xfrm>
            <a:off x="3473936" y="4781619"/>
            <a:ext cx="2260122" cy="1828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Business B VPC CIDR Prd</a:t>
            </a:r>
            <a:endParaRPr lang="en-US" sz="1400" dirty="0"/>
          </a:p>
        </p:txBody>
      </p:sp>
      <p:sp>
        <p:nvSpPr>
          <p:cNvPr id="45" name="Rectangle 44"/>
          <p:cNvSpPr/>
          <p:nvPr/>
        </p:nvSpPr>
        <p:spPr>
          <a:xfrm>
            <a:off x="3473936" y="4973125"/>
            <a:ext cx="2260122" cy="18288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Hold for Business C Prd</a:t>
            </a:r>
            <a:endParaRPr lang="en-US" sz="1400" dirty="0"/>
          </a:p>
        </p:txBody>
      </p:sp>
      <p:sp>
        <p:nvSpPr>
          <p:cNvPr id="46" name="Rectangle 45"/>
          <p:cNvSpPr/>
          <p:nvPr/>
        </p:nvSpPr>
        <p:spPr>
          <a:xfrm>
            <a:off x="3473936" y="5169808"/>
            <a:ext cx="2260122" cy="18288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Hold for Business C Prd</a:t>
            </a:r>
            <a:endParaRPr lang="en-US" sz="1400" dirty="0"/>
          </a:p>
        </p:txBody>
      </p:sp>
      <p:sp>
        <p:nvSpPr>
          <p:cNvPr id="47" name="TextBox 46"/>
          <p:cNvSpPr txBox="1"/>
          <p:nvPr/>
        </p:nvSpPr>
        <p:spPr>
          <a:xfrm>
            <a:off x="3466026" y="290216"/>
            <a:ext cx="2260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VPC CIDR Blocks</a:t>
            </a:r>
            <a:endParaRPr lang="en-US" sz="1400" b="1" dirty="0"/>
          </a:p>
        </p:txBody>
      </p:sp>
      <p:sp>
        <p:nvSpPr>
          <p:cNvPr id="48" name="Rectangle 47"/>
          <p:cNvSpPr/>
          <p:nvPr/>
        </p:nvSpPr>
        <p:spPr>
          <a:xfrm>
            <a:off x="8977761" y="570944"/>
            <a:ext cx="1570007" cy="597810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Future Region </a:t>
            </a:r>
            <a:r>
              <a:rPr lang="en-US" dirty="0" smtClean="0"/>
              <a:t>Overall IP Range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9002381" y="563921"/>
            <a:ext cx="152076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Different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Start of Range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91162" y="6162465"/>
            <a:ext cx="134320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End of Range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706355" y="577569"/>
            <a:ext cx="1219923" cy="19659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Future Region Dev Range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7706353" y="2582038"/>
            <a:ext cx="1219923" cy="19659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Future Region </a:t>
            </a:r>
            <a:r>
              <a:rPr lang="en-US" dirty="0" smtClean="0"/>
              <a:t>Tst Range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7706353" y="4586508"/>
            <a:ext cx="1219923" cy="19659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Future Region </a:t>
            </a:r>
            <a:r>
              <a:rPr lang="en-US" dirty="0" smtClean="0"/>
              <a:t>Prd Range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8881611" y="76930"/>
            <a:ext cx="1666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Future Region’s CIDR Block</a:t>
            </a:r>
            <a:endParaRPr lang="en-US" sz="1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7689644" y="71168"/>
            <a:ext cx="1236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Life Cycle CIDR Ranges</a:t>
            </a:r>
            <a:endParaRPr lang="en-US" sz="1400" b="1" dirty="0"/>
          </a:p>
        </p:txBody>
      </p:sp>
      <p:sp>
        <p:nvSpPr>
          <p:cNvPr id="56" name="Right Arrow 55"/>
          <p:cNvSpPr/>
          <p:nvPr/>
        </p:nvSpPr>
        <p:spPr>
          <a:xfrm>
            <a:off x="5900469" y="960581"/>
            <a:ext cx="1682150" cy="4454435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Future Region Mirrored CIDRs with offset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851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123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Amazon Corporate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Hendrickson, Andy</dc:creator>
  <cp:lastModifiedBy>Hendrickson, Andy</cp:lastModifiedBy>
  <cp:revision>10</cp:revision>
  <dcterms:created xsi:type="dcterms:W3CDTF">2021-08-30T14:02:26Z</dcterms:created>
  <dcterms:modified xsi:type="dcterms:W3CDTF">2021-08-31T15:26:43Z</dcterms:modified>
</cp:coreProperties>
</file>