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51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445BD7-9F5C-4326-8CE4-53DB71A35F18}" type="datetimeFigureOut">
              <a:rPr lang="en-US" smtClean="0"/>
              <a:t>11/5/2021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1DB0ED-444F-48A2-BB2F-6604D76CF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487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C3F2ED-74C5-7D4F-8560-0CC253E9A43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zon Ember Regular" charset="0"/>
                <a:ea typeface="+mn-ea"/>
                <a:cs typeface="+mn-cs"/>
              </a:rPr>
              <a:pPr marL="0" marR="0" lvl="0" indent="0" algn="r" defTabSz="7315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azon Ember Regular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7654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92959" y="-151217"/>
            <a:ext cx="12746063" cy="7211238"/>
          </a:xfrm>
          <a:prstGeom prst="rect">
            <a:avLst/>
          </a:prstGeom>
        </p:spPr>
      </p:pic>
      <p:sp>
        <p:nvSpPr>
          <p:cNvPr id="6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50532" y="5274697"/>
            <a:ext cx="4910667" cy="577849"/>
          </a:xfrm>
        </p:spPr>
        <p:txBody>
          <a:bodyPr>
            <a:normAutofit/>
          </a:bodyPr>
          <a:lstStyle>
            <a:lvl1pPr marL="0" indent="0" algn="l">
              <a:buNone/>
              <a:defRPr sz="2133" baseline="0"/>
            </a:lvl1pPr>
          </a:lstStyle>
          <a:p>
            <a:pPr lvl="0"/>
            <a:r>
              <a:rPr lang="en-US" dirty="0"/>
              <a:t>Click to edit Presenter, Team</a:t>
            </a:r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650532" y="5782698"/>
            <a:ext cx="4910667" cy="493184"/>
          </a:xfrm>
        </p:spPr>
        <p:txBody>
          <a:bodyPr>
            <a:normAutofit/>
          </a:bodyPr>
          <a:lstStyle>
            <a:lvl1pPr marL="0" indent="0" algn="l">
              <a:buNone/>
              <a:defRPr sz="2133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edit Date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650532" y="2544305"/>
            <a:ext cx="9766651" cy="992716"/>
          </a:xfrm>
        </p:spPr>
        <p:txBody>
          <a:bodyPr>
            <a:noAutofit/>
          </a:bodyPr>
          <a:lstStyle>
            <a:lvl1pPr marL="0" indent="0" algn="l">
              <a:buNone/>
              <a:defRPr sz="5333" b="1" baseline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650533" y="3544768"/>
            <a:ext cx="8055443" cy="650465"/>
          </a:xfrm>
        </p:spPr>
        <p:txBody>
          <a:bodyPr/>
          <a:lstStyle>
            <a:lvl1pPr marL="0" indent="0" algn="l"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850" y="586202"/>
            <a:ext cx="1295407" cy="777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417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screen">
            <a:alphaModFix amt="6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2908" y="1708044"/>
            <a:ext cx="5459092" cy="5152518"/>
          </a:xfrm>
          <a:prstGeom prst="rect">
            <a:avLst/>
          </a:prstGeom>
        </p:spPr>
      </p:pic>
      <p:sp>
        <p:nvSpPr>
          <p:cNvPr id="6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50532" y="5274697"/>
            <a:ext cx="4910667" cy="577849"/>
          </a:xfrm>
        </p:spPr>
        <p:txBody>
          <a:bodyPr>
            <a:normAutofit/>
          </a:bodyPr>
          <a:lstStyle>
            <a:lvl1pPr marL="0" indent="0" algn="l">
              <a:buNone/>
              <a:defRPr sz="2133" baseline="0"/>
            </a:lvl1pPr>
          </a:lstStyle>
          <a:p>
            <a:pPr lvl="0"/>
            <a:r>
              <a:rPr lang="en-US" dirty="0"/>
              <a:t>Click to edit Presenter, Team</a:t>
            </a:r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650532" y="5782698"/>
            <a:ext cx="4910667" cy="493184"/>
          </a:xfrm>
        </p:spPr>
        <p:txBody>
          <a:bodyPr>
            <a:normAutofit/>
          </a:bodyPr>
          <a:lstStyle>
            <a:lvl1pPr marL="0" indent="0" algn="l">
              <a:buNone/>
              <a:defRPr sz="2133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edit Date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650532" y="2544305"/>
            <a:ext cx="9766651" cy="992716"/>
          </a:xfrm>
        </p:spPr>
        <p:txBody>
          <a:bodyPr>
            <a:noAutofit/>
          </a:bodyPr>
          <a:lstStyle>
            <a:lvl1pPr marL="0" indent="0" algn="l">
              <a:buNone/>
              <a:defRPr sz="5333" b="1" baseline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650533" y="3544768"/>
            <a:ext cx="8055443" cy="650465"/>
          </a:xfrm>
        </p:spPr>
        <p:txBody>
          <a:bodyPr/>
          <a:lstStyle>
            <a:lvl1pPr marL="0" indent="0" algn="l"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850" y="586202"/>
            <a:ext cx="1295407" cy="777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647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053" y="153248"/>
            <a:ext cx="10940405" cy="727655"/>
          </a:xfrm>
        </p:spPr>
        <p:txBody>
          <a:bodyPr/>
          <a:lstStyle>
            <a:lvl1pPr>
              <a:defRPr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>
                <a:solidFill>
                  <a:srgbClr val="414042"/>
                </a:solidFill>
              </a:defRPr>
            </a:lvl1pPr>
            <a:lvl2pPr marL="990560" indent="-380985">
              <a:buFont typeface="Arial"/>
              <a:buChar char="•"/>
              <a:defRPr>
                <a:solidFill>
                  <a:srgbClr val="414042"/>
                </a:solidFill>
              </a:defRPr>
            </a:lvl2pPr>
            <a:lvl3pPr marL="1523939" indent="-304788">
              <a:buFont typeface="Arial"/>
              <a:buChar char="•"/>
              <a:defRPr>
                <a:solidFill>
                  <a:srgbClr val="414042"/>
                </a:solidFill>
              </a:defRPr>
            </a:lvl3pPr>
            <a:lvl4pPr>
              <a:defRPr>
                <a:solidFill>
                  <a:srgbClr val="414042"/>
                </a:solidFill>
              </a:defRPr>
            </a:lvl4pPr>
            <a:lvl5pPr>
              <a:defRPr>
                <a:solidFill>
                  <a:srgbClr val="41404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14191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Snipp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053" y="153248"/>
            <a:ext cx="10940405" cy="727655"/>
          </a:xfrm>
        </p:spPr>
        <p:txBody>
          <a:bodyPr/>
          <a:lstStyle>
            <a:lvl1pPr>
              <a:defRPr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1" hasCustomPrompt="1"/>
          </p:nvPr>
        </p:nvSpPr>
        <p:spPr>
          <a:xfrm>
            <a:off x="448818" y="1347211"/>
            <a:ext cx="10943656" cy="4855902"/>
          </a:xfrm>
          <a:noFill/>
        </p:spPr>
        <p:txBody>
          <a:bodyPr/>
          <a:lstStyle>
            <a:lvl1pPr marL="0" indent="0">
              <a:buNone/>
              <a:defRPr lang="en-US" sz="1467">
                <a:solidFill>
                  <a:srgbClr val="3366FF"/>
                </a:solidFill>
                <a:effectLst/>
                <a:latin typeface="Lucida Console" panose="020B0609040504020204" pitchFamily="49" charset="0"/>
              </a:defRPr>
            </a:lvl1pPr>
            <a:lvl2pPr marL="609576" indent="0">
              <a:buNone/>
              <a:defRPr>
                <a:latin typeface="Lucida Console" panose="020B0609040504020204" pitchFamily="49" charset="0"/>
              </a:defRPr>
            </a:lvl2pPr>
            <a:lvl3pPr marL="1219151" indent="0">
              <a:buNone/>
              <a:defRPr>
                <a:latin typeface="Lucida Console" panose="020B0609040504020204" pitchFamily="49" charset="0"/>
              </a:defRPr>
            </a:lvl3pPr>
            <a:lvl4pPr marL="1828727" indent="0">
              <a:buNone/>
              <a:defRPr>
                <a:latin typeface="Lucida Console" panose="020B0609040504020204" pitchFamily="49" charset="0"/>
              </a:defRPr>
            </a:lvl4pPr>
            <a:lvl5pPr marL="2438302" indent="0">
              <a:buNone/>
              <a:defRPr>
                <a:latin typeface="Lucida Console" panose="020B0609040504020204" pitchFamily="49" charset="0"/>
              </a:defRPr>
            </a:lvl5pPr>
          </a:lstStyle>
          <a:p>
            <a:r>
              <a:rPr lang="en-US" sz="1867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Syntax Test file for 68k Assembly code</a:t>
            </a:r>
            <a:endParaRPr lang="en-US" sz="1467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67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Some comments about this file</a:t>
            </a:r>
            <a:endParaRPr lang="en-US" sz="1467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67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.D0 00000000</a:t>
            </a:r>
            <a:endParaRPr lang="en-US" sz="1467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67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MS 2100 00000002</a:t>
            </a:r>
            <a:endParaRPr lang="en-US" sz="1467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67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MM 2000;DI</a:t>
            </a:r>
            <a:endParaRPr lang="en-US" sz="1467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67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LEA.L $002100,A1</a:t>
            </a:r>
            <a:endParaRPr lang="en-US" sz="1467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67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MOVE.L #2,-(A1)</a:t>
            </a:r>
            <a:endParaRPr lang="en-US" sz="1467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867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BSR $00002050</a:t>
            </a:r>
            <a:endParaRPr lang="en-US" sz="1467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867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MM 2050;DI</a:t>
            </a:r>
            <a:endParaRPr lang="en-US" sz="1467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867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MOVE.L (A1)+,D1</a:t>
            </a:r>
            <a:endParaRPr lang="en-US" sz="1467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867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MOVE.L (A1),D2</a:t>
            </a:r>
            <a:endParaRPr lang="en-US" sz="1467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867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ADD.L D1,D2</a:t>
            </a:r>
            <a:endParaRPr lang="en-US" sz="1467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867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MOVE.L D2,D0</a:t>
            </a:r>
            <a:endParaRPr lang="en-US" sz="1467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867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RTS</a:t>
            </a:r>
            <a:endParaRPr lang="en-US" sz="1467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3512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8525" y="2625603"/>
            <a:ext cx="10363200" cy="1240140"/>
          </a:xfrm>
        </p:spPr>
        <p:txBody>
          <a:bodyPr anchor="ctr">
            <a:noAutofit/>
          </a:bodyPr>
          <a:lstStyle>
            <a:lvl1pPr algn="l">
              <a:defRPr sz="5333" b="1" cap="none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47685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053" y="153248"/>
            <a:ext cx="10940405" cy="727655"/>
          </a:xfrm>
        </p:spPr>
        <p:txBody>
          <a:bodyPr>
            <a:normAutofit/>
          </a:bodyPr>
          <a:lstStyle>
            <a:lvl1pPr>
              <a:defRPr sz="3733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4767" y="1350010"/>
            <a:ext cx="5384800" cy="4629431"/>
          </a:xfrm>
        </p:spPr>
        <p:txBody>
          <a:bodyPr/>
          <a:lstStyle>
            <a:lvl1pPr>
              <a:defRPr sz="2933">
                <a:solidFill>
                  <a:srgbClr val="414042"/>
                </a:solidFill>
              </a:defRPr>
            </a:lvl1pPr>
            <a:lvl2pPr>
              <a:defRPr sz="2667">
                <a:solidFill>
                  <a:srgbClr val="414042"/>
                </a:solidFill>
              </a:defRPr>
            </a:lvl2pPr>
            <a:lvl3pPr>
              <a:defRPr sz="2133">
                <a:solidFill>
                  <a:srgbClr val="414042"/>
                </a:solidFill>
              </a:defRPr>
            </a:lvl3pPr>
            <a:lvl4pPr>
              <a:defRPr sz="2133">
                <a:solidFill>
                  <a:srgbClr val="414042"/>
                </a:solidFill>
              </a:defRPr>
            </a:lvl4pPr>
            <a:lvl5pPr>
              <a:defRPr sz="2133">
                <a:solidFill>
                  <a:srgbClr val="414042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32767" y="1350010"/>
            <a:ext cx="5384800" cy="4629431"/>
          </a:xfrm>
        </p:spPr>
        <p:txBody>
          <a:bodyPr/>
          <a:lstStyle>
            <a:lvl1pPr>
              <a:defRPr sz="2933">
                <a:solidFill>
                  <a:srgbClr val="414042"/>
                </a:solidFill>
              </a:defRPr>
            </a:lvl1pPr>
            <a:lvl2pPr>
              <a:defRPr sz="2667">
                <a:solidFill>
                  <a:srgbClr val="414042"/>
                </a:solidFill>
              </a:defRPr>
            </a:lvl2pPr>
            <a:lvl3pPr>
              <a:defRPr sz="2133">
                <a:solidFill>
                  <a:srgbClr val="414042"/>
                </a:solidFill>
              </a:defRPr>
            </a:lvl3pPr>
            <a:lvl4pPr>
              <a:defRPr sz="2133">
                <a:solidFill>
                  <a:srgbClr val="414042"/>
                </a:solidFill>
              </a:defRPr>
            </a:lvl4pPr>
            <a:lvl5pPr>
              <a:defRPr sz="2133">
                <a:solidFill>
                  <a:srgbClr val="414042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5536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0324" y="1344071"/>
            <a:ext cx="5386918" cy="639763"/>
          </a:xfrm>
        </p:spPr>
        <p:txBody>
          <a:bodyPr anchor="b">
            <a:noAutofit/>
          </a:bodyPr>
          <a:lstStyle>
            <a:lvl1pPr marL="0" indent="0">
              <a:buNone/>
              <a:defRPr sz="2667" b="1"/>
            </a:lvl1pPr>
            <a:lvl2pPr marL="609576" indent="0">
              <a:buNone/>
              <a:defRPr sz="2667" b="1"/>
            </a:lvl2pPr>
            <a:lvl3pPr marL="1219151" indent="0">
              <a:buNone/>
              <a:defRPr sz="2400" b="1"/>
            </a:lvl3pPr>
            <a:lvl4pPr marL="1828727" indent="0">
              <a:buNone/>
              <a:defRPr sz="2133" b="1"/>
            </a:lvl4pPr>
            <a:lvl5pPr marL="2438302" indent="0">
              <a:buNone/>
              <a:defRPr sz="2133" b="1"/>
            </a:lvl5pPr>
            <a:lvl6pPr marL="3047878" indent="0">
              <a:buNone/>
              <a:defRPr sz="2133" b="1"/>
            </a:lvl6pPr>
            <a:lvl7pPr marL="3657454" indent="0">
              <a:buNone/>
              <a:defRPr sz="2133" b="1"/>
            </a:lvl7pPr>
            <a:lvl8pPr marL="4267029" indent="0">
              <a:buNone/>
              <a:defRPr sz="2133" b="1"/>
            </a:lvl8pPr>
            <a:lvl9pPr marL="4876605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324" y="1983832"/>
            <a:ext cx="5386918" cy="3951288"/>
          </a:xfrm>
        </p:spPr>
        <p:txBody>
          <a:bodyPr/>
          <a:lstStyle>
            <a:lvl1pPr>
              <a:defRPr sz="2667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49053" y="153248"/>
            <a:ext cx="10940405" cy="727655"/>
          </a:xfrm>
        </p:spPr>
        <p:txBody>
          <a:bodyPr>
            <a:normAutofit/>
          </a:bodyPr>
          <a:lstStyle>
            <a:lvl1pPr>
              <a:defRPr sz="3733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34093" y="1344071"/>
            <a:ext cx="5389033" cy="639763"/>
          </a:xfrm>
        </p:spPr>
        <p:txBody>
          <a:bodyPr anchor="b">
            <a:normAutofit/>
          </a:bodyPr>
          <a:lstStyle>
            <a:lvl1pPr marL="0" indent="0">
              <a:buNone/>
              <a:defRPr sz="2667" b="1"/>
            </a:lvl1pPr>
            <a:lvl2pPr marL="609576" indent="0">
              <a:buNone/>
              <a:defRPr sz="2667" b="1"/>
            </a:lvl2pPr>
            <a:lvl3pPr marL="1219151" indent="0">
              <a:buNone/>
              <a:defRPr sz="2400" b="1"/>
            </a:lvl3pPr>
            <a:lvl4pPr marL="1828727" indent="0">
              <a:buNone/>
              <a:defRPr sz="2133" b="1"/>
            </a:lvl4pPr>
            <a:lvl5pPr marL="2438302" indent="0">
              <a:buNone/>
              <a:defRPr sz="2133" b="1"/>
            </a:lvl5pPr>
            <a:lvl6pPr marL="3047878" indent="0">
              <a:buNone/>
              <a:defRPr sz="2133" b="1"/>
            </a:lvl6pPr>
            <a:lvl7pPr marL="3657454" indent="0">
              <a:buNone/>
              <a:defRPr sz="2133" b="1"/>
            </a:lvl7pPr>
            <a:lvl8pPr marL="4267029" indent="0">
              <a:buNone/>
              <a:defRPr sz="2133" b="1"/>
            </a:lvl8pPr>
            <a:lvl9pPr marL="4876605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5"/>
          <p:cNvSpPr>
            <a:spLocks noGrp="1"/>
          </p:cNvSpPr>
          <p:nvPr>
            <p:ph sz="quarter" idx="4"/>
          </p:nvPr>
        </p:nvSpPr>
        <p:spPr>
          <a:xfrm>
            <a:off x="6034093" y="1983832"/>
            <a:ext cx="5389033" cy="3951288"/>
          </a:xfrm>
        </p:spPr>
        <p:txBody>
          <a:bodyPr/>
          <a:lstStyle>
            <a:lvl1pPr>
              <a:defRPr sz="2667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192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053" y="153248"/>
            <a:ext cx="10940405" cy="7276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0026" y="1348723"/>
            <a:ext cx="3256844" cy="4525963"/>
          </a:xfr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 marL="1828727" indent="0">
              <a:buNone/>
              <a:defRPr sz="2133"/>
            </a:lvl4pPr>
            <a:lvl5pPr>
              <a:defRPr sz="2133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half" idx="10"/>
          </p:nvPr>
        </p:nvSpPr>
        <p:spPr>
          <a:xfrm>
            <a:off x="4308002" y="1348723"/>
            <a:ext cx="3256844" cy="4525963"/>
          </a:xfr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 marL="1828727" indent="0">
              <a:buNone/>
              <a:defRPr sz="2133"/>
            </a:lvl4pPr>
            <a:lvl5pPr>
              <a:defRPr sz="2133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1"/>
          </p:nvPr>
        </p:nvSpPr>
        <p:spPr>
          <a:xfrm>
            <a:off x="8165981" y="1348723"/>
            <a:ext cx="3256844" cy="4525963"/>
          </a:xfr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 marL="1828727" indent="0">
              <a:buNone/>
              <a:defRPr sz="2133"/>
            </a:lvl4pPr>
            <a:lvl5pPr>
              <a:defRPr sz="2133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230653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- 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053" y="153249"/>
            <a:ext cx="10940405" cy="72692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2"/>
          </p:nvPr>
        </p:nvSpPr>
        <p:spPr>
          <a:xfrm>
            <a:off x="450322" y="4169445"/>
            <a:ext cx="2396067" cy="454587"/>
          </a:xfrm>
        </p:spPr>
        <p:txBody>
          <a:bodyPr>
            <a:noAutofit/>
          </a:bodyPr>
          <a:lstStyle>
            <a:lvl1pPr marL="0" indent="0" algn="ctr">
              <a:buNone/>
              <a:defRPr sz="1867">
                <a:solidFill>
                  <a:srgbClr val="414042"/>
                </a:solidFill>
              </a:defRPr>
            </a:lvl1pPr>
            <a:lvl2pPr marL="609576" indent="0">
              <a:buNone/>
              <a:defRPr sz="1600"/>
            </a:lvl2pPr>
            <a:lvl3pPr marL="1219151" indent="0">
              <a:buNone/>
              <a:defRPr sz="1333"/>
            </a:lvl3pPr>
            <a:lvl4pPr marL="1828727" indent="0">
              <a:buNone/>
              <a:defRPr sz="1200"/>
            </a:lvl4pPr>
            <a:lvl5pPr marL="2438302" indent="0">
              <a:buNone/>
              <a:defRPr sz="1200"/>
            </a:lvl5pPr>
            <a:lvl6pPr marL="3047878" indent="0">
              <a:buNone/>
              <a:defRPr sz="1200"/>
            </a:lvl6pPr>
            <a:lvl7pPr marL="3657454" indent="0">
              <a:buNone/>
              <a:defRPr sz="1200"/>
            </a:lvl7pPr>
            <a:lvl8pPr marL="4267029" indent="0">
              <a:buNone/>
              <a:defRPr sz="1200"/>
            </a:lvl8pPr>
            <a:lvl9pPr marL="487660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1"/>
          </p:nvPr>
        </p:nvSpPr>
        <p:spPr>
          <a:xfrm>
            <a:off x="3328996" y="4169445"/>
            <a:ext cx="2396067" cy="454587"/>
          </a:xfrm>
        </p:spPr>
        <p:txBody>
          <a:bodyPr>
            <a:noAutofit/>
          </a:bodyPr>
          <a:lstStyle>
            <a:lvl1pPr marL="0" indent="0" algn="ctr">
              <a:buNone/>
              <a:defRPr sz="1867">
                <a:solidFill>
                  <a:srgbClr val="414042"/>
                </a:solidFill>
              </a:defRPr>
            </a:lvl1pPr>
            <a:lvl2pPr marL="609576" indent="0">
              <a:buNone/>
              <a:defRPr sz="1600"/>
            </a:lvl2pPr>
            <a:lvl3pPr marL="1219151" indent="0">
              <a:buNone/>
              <a:defRPr sz="1333"/>
            </a:lvl3pPr>
            <a:lvl4pPr marL="1828727" indent="0">
              <a:buNone/>
              <a:defRPr sz="1200"/>
            </a:lvl4pPr>
            <a:lvl5pPr marL="2438302" indent="0">
              <a:buNone/>
              <a:defRPr sz="1200"/>
            </a:lvl5pPr>
            <a:lvl6pPr marL="3047878" indent="0">
              <a:buNone/>
              <a:defRPr sz="1200"/>
            </a:lvl6pPr>
            <a:lvl7pPr marL="3657454" indent="0">
              <a:buNone/>
              <a:defRPr sz="1200"/>
            </a:lvl7pPr>
            <a:lvl8pPr marL="4267029" indent="0">
              <a:buNone/>
              <a:defRPr sz="1200"/>
            </a:lvl8pPr>
            <a:lvl9pPr marL="487660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13"/>
          </p:nvPr>
        </p:nvSpPr>
        <p:spPr>
          <a:xfrm>
            <a:off x="6179447" y="4169445"/>
            <a:ext cx="2396067" cy="454587"/>
          </a:xfrm>
        </p:spPr>
        <p:txBody>
          <a:bodyPr>
            <a:noAutofit/>
          </a:bodyPr>
          <a:lstStyle>
            <a:lvl1pPr marL="0" indent="0" algn="ctr">
              <a:buNone/>
              <a:defRPr sz="1867">
                <a:solidFill>
                  <a:srgbClr val="414042"/>
                </a:solidFill>
              </a:defRPr>
            </a:lvl1pPr>
            <a:lvl2pPr marL="609576" indent="0">
              <a:buNone/>
              <a:defRPr sz="1600"/>
            </a:lvl2pPr>
            <a:lvl3pPr marL="1219151" indent="0">
              <a:buNone/>
              <a:defRPr sz="1333"/>
            </a:lvl3pPr>
            <a:lvl4pPr marL="1828727" indent="0">
              <a:buNone/>
              <a:defRPr sz="1200"/>
            </a:lvl4pPr>
            <a:lvl5pPr marL="2438302" indent="0">
              <a:buNone/>
              <a:defRPr sz="1200"/>
            </a:lvl5pPr>
            <a:lvl6pPr marL="3047878" indent="0">
              <a:buNone/>
              <a:defRPr sz="1200"/>
            </a:lvl6pPr>
            <a:lvl7pPr marL="3657454" indent="0">
              <a:buNone/>
              <a:defRPr sz="1200"/>
            </a:lvl7pPr>
            <a:lvl8pPr marL="4267029" indent="0">
              <a:buNone/>
              <a:defRPr sz="1200"/>
            </a:lvl8pPr>
            <a:lvl9pPr marL="487660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5"/>
          </p:nvPr>
        </p:nvSpPr>
        <p:spPr>
          <a:xfrm>
            <a:off x="9320460" y="4169445"/>
            <a:ext cx="2396067" cy="454587"/>
          </a:xfrm>
        </p:spPr>
        <p:txBody>
          <a:bodyPr>
            <a:noAutofit/>
          </a:bodyPr>
          <a:lstStyle>
            <a:lvl1pPr marL="0" indent="0" algn="ctr">
              <a:buNone/>
              <a:defRPr sz="1867">
                <a:solidFill>
                  <a:srgbClr val="414042"/>
                </a:solidFill>
              </a:defRPr>
            </a:lvl1pPr>
            <a:lvl2pPr marL="609576" indent="0">
              <a:buNone/>
              <a:defRPr sz="1600"/>
            </a:lvl2pPr>
            <a:lvl3pPr marL="1219151" indent="0">
              <a:buNone/>
              <a:defRPr sz="1333"/>
            </a:lvl3pPr>
            <a:lvl4pPr marL="1828727" indent="0">
              <a:buNone/>
              <a:defRPr sz="1200"/>
            </a:lvl4pPr>
            <a:lvl5pPr marL="2438302" indent="0">
              <a:buNone/>
              <a:defRPr sz="1200"/>
            </a:lvl5pPr>
            <a:lvl6pPr marL="3047878" indent="0">
              <a:buNone/>
              <a:defRPr sz="1200"/>
            </a:lvl6pPr>
            <a:lvl7pPr marL="3657454" indent="0">
              <a:buNone/>
              <a:defRPr sz="1200"/>
            </a:lvl7pPr>
            <a:lvl8pPr marL="4267029" indent="0">
              <a:buNone/>
              <a:defRPr sz="1200"/>
            </a:lvl8pPr>
            <a:lvl9pPr marL="487660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450322" y="2139140"/>
            <a:ext cx="2396067" cy="1792816"/>
          </a:xfrm>
        </p:spPr>
        <p:txBody>
          <a:bodyPr>
            <a:normAutofit/>
          </a:bodyPr>
          <a:lstStyle>
            <a:lvl1pPr>
              <a:defRPr sz="1867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3328996" y="2139140"/>
            <a:ext cx="2396067" cy="1792816"/>
          </a:xfrm>
        </p:spPr>
        <p:txBody>
          <a:bodyPr>
            <a:normAutofit/>
          </a:bodyPr>
          <a:lstStyle>
            <a:lvl1pPr>
              <a:defRPr sz="1867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6179447" y="2139140"/>
            <a:ext cx="2396067" cy="1792816"/>
          </a:xfrm>
        </p:spPr>
        <p:txBody>
          <a:bodyPr>
            <a:normAutofit/>
          </a:bodyPr>
          <a:lstStyle>
            <a:lvl1pPr>
              <a:defRPr sz="1867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9320460" y="2139140"/>
            <a:ext cx="2396067" cy="1792816"/>
          </a:xfrm>
        </p:spPr>
        <p:txBody>
          <a:bodyPr>
            <a:normAutofit/>
          </a:bodyPr>
          <a:lstStyle>
            <a:lvl1pPr>
              <a:defRPr sz="1867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2963717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 - 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053" y="153249"/>
            <a:ext cx="10940405" cy="72692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/>
          <p:cNvSpPr>
            <a:spLocks noGrp="1"/>
          </p:cNvSpPr>
          <p:nvPr>
            <p:ph type="body" sz="half" idx="2"/>
          </p:nvPr>
        </p:nvSpPr>
        <p:spPr>
          <a:xfrm>
            <a:off x="453252" y="2869196"/>
            <a:ext cx="2565400" cy="454587"/>
          </a:xfrm>
        </p:spPr>
        <p:txBody>
          <a:bodyPr>
            <a:noAutofit/>
          </a:bodyPr>
          <a:lstStyle>
            <a:lvl1pPr marL="0" indent="0" algn="ctr">
              <a:buNone/>
              <a:defRPr sz="1467" b="0" i="0">
                <a:solidFill>
                  <a:srgbClr val="414042"/>
                </a:solidFill>
                <a:latin typeface="Amazon Ember Light" charset="0"/>
                <a:ea typeface="Amazon Ember Light" charset="0"/>
                <a:cs typeface="Amazon Ember Light" charset="0"/>
              </a:defRPr>
            </a:lvl1pPr>
            <a:lvl2pPr marL="609576" indent="0">
              <a:buNone/>
              <a:defRPr sz="1600"/>
            </a:lvl2pPr>
            <a:lvl3pPr marL="1219151" indent="0">
              <a:buNone/>
              <a:defRPr sz="1333"/>
            </a:lvl3pPr>
            <a:lvl4pPr marL="1828727" indent="0">
              <a:buNone/>
              <a:defRPr sz="1200"/>
            </a:lvl4pPr>
            <a:lvl5pPr marL="2438302" indent="0">
              <a:buNone/>
              <a:defRPr sz="1200"/>
            </a:lvl5pPr>
            <a:lvl6pPr marL="3047878" indent="0">
              <a:buNone/>
              <a:defRPr sz="1200"/>
            </a:lvl6pPr>
            <a:lvl7pPr marL="3657454" indent="0">
              <a:buNone/>
              <a:defRPr sz="1200"/>
            </a:lvl7pPr>
            <a:lvl8pPr marL="4267029" indent="0">
              <a:buNone/>
              <a:defRPr sz="1200"/>
            </a:lvl8pPr>
            <a:lvl9pPr marL="4876605" indent="0">
              <a:buNone/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11"/>
          </p:nvPr>
        </p:nvSpPr>
        <p:spPr>
          <a:xfrm>
            <a:off x="4639085" y="2869196"/>
            <a:ext cx="2565400" cy="454587"/>
          </a:xfrm>
        </p:spPr>
        <p:txBody>
          <a:bodyPr>
            <a:noAutofit/>
          </a:bodyPr>
          <a:lstStyle>
            <a:lvl1pPr marL="0" indent="0" algn="ctr">
              <a:buNone/>
              <a:defRPr sz="1467" b="0" i="0">
                <a:solidFill>
                  <a:srgbClr val="414042"/>
                </a:solidFill>
                <a:latin typeface="Amazon Ember Light" charset="0"/>
                <a:ea typeface="Amazon Ember Light" charset="0"/>
                <a:cs typeface="Amazon Ember Light" charset="0"/>
              </a:defRPr>
            </a:lvl1pPr>
            <a:lvl2pPr marL="609576" indent="0">
              <a:buNone/>
              <a:defRPr sz="1600"/>
            </a:lvl2pPr>
            <a:lvl3pPr marL="1219151" indent="0">
              <a:buNone/>
              <a:defRPr sz="1333"/>
            </a:lvl3pPr>
            <a:lvl4pPr marL="1828727" indent="0">
              <a:buNone/>
              <a:defRPr sz="1200"/>
            </a:lvl4pPr>
            <a:lvl5pPr marL="2438302" indent="0">
              <a:buNone/>
              <a:defRPr sz="1200"/>
            </a:lvl5pPr>
            <a:lvl6pPr marL="3047878" indent="0">
              <a:buNone/>
              <a:defRPr sz="1200"/>
            </a:lvl6pPr>
            <a:lvl7pPr marL="3657454" indent="0">
              <a:buNone/>
              <a:defRPr sz="1200"/>
            </a:lvl7pPr>
            <a:lvl8pPr marL="4267029" indent="0">
              <a:buNone/>
              <a:defRPr sz="1200"/>
            </a:lvl8pPr>
            <a:lvl9pPr marL="487660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half" idx="13"/>
          </p:nvPr>
        </p:nvSpPr>
        <p:spPr>
          <a:xfrm>
            <a:off x="8833307" y="2869196"/>
            <a:ext cx="2565400" cy="454587"/>
          </a:xfrm>
        </p:spPr>
        <p:txBody>
          <a:bodyPr>
            <a:noAutofit/>
          </a:bodyPr>
          <a:lstStyle>
            <a:lvl1pPr marL="0" indent="0" algn="ctr">
              <a:buNone/>
              <a:defRPr sz="1467" b="0" i="0">
                <a:solidFill>
                  <a:srgbClr val="414042"/>
                </a:solidFill>
                <a:latin typeface="Amazon Ember Light" charset="0"/>
                <a:ea typeface="Amazon Ember Light" charset="0"/>
                <a:cs typeface="Amazon Ember Light" charset="0"/>
              </a:defRPr>
            </a:lvl1pPr>
            <a:lvl2pPr marL="609576" indent="0">
              <a:buNone/>
              <a:defRPr sz="1600"/>
            </a:lvl2pPr>
            <a:lvl3pPr marL="1219151" indent="0">
              <a:buNone/>
              <a:defRPr sz="1333"/>
            </a:lvl3pPr>
            <a:lvl4pPr marL="1828727" indent="0">
              <a:buNone/>
              <a:defRPr sz="1200"/>
            </a:lvl4pPr>
            <a:lvl5pPr marL="2438302" indent="0">
              <a:buNone/>
              <a:defRPr sz="1200"/>
            </a:lvl5pPr>
            <a:lvl6pPr marL="3047878" indent="0">
              <a:buNone/>
              <a:defRPr sz="1200"/>
            </a:lvl6pPr>
            <a:lvl7pPr marL="3657454" indent="0">
              <a:buNone/>
              <a:defRPr sz="1200"/>
            </a:lvl7pPr>
            <a:lvl8pPr marL="4267029" indent="0">
              <a:buNone/>
              <a:defRPr sz="1200"/>
            </a:lvl8pPr>
            <a:lvl9pPr marL="487660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53252" y="5284853"/>
            <a:ext cx="2565400" cy="454587"/>
          </a:xfrm>
        </p:spPr>
        <p:txBody>
          <a:bodyPr>
            <a:noAutofit/>
          </a:bodyPr>
          <a:lstStyle>
            <a:lvl1pPr marL="0" indent="0" algn="ctr">
              <a:buNone/>
              <a:defRPr sz="1467" b="0" i="0">
                <a:solidFill>
                  <a:srgbClr val="414042"/>
                </a:solidFill>
                <a:latin typeface="Amazon Ember Light" charset="0"/>
                <a:ea typeface="Amazon Ember Light" charset="0"/>
                <a:cs typeface="Amazon Ember Light" charset="0"/>
              </a:defRPr>
            </a:lvl1pPr>
            <a:lvl2pPr marL="609576" indent="0">
              <a:buNone/>
              <a:defRPr sz="1600"/>
            </a:lvl2pPr>
            <a:lvl3pPr marL="1219151" indent="0">
              <a:buNone/>
              <a:defRPr sz="1333"/>
            </a:lvl3pPr>
            <a:lvl4pPr marL="1828727" indent="0">
              <a:buNone/>
              <a:defRPr sz="1200"/>
            </a:lvl4pPr>
            <a:lvl5pPr marL="2438302" indent="0">
              <a:buNone/>
              <a:defRPr sz="1200"/>
            </a:lvl5pPr>
            <a:lvl6pPr marL="3047878" indent="0">
              <a:buNone/>
              <a:defRPr sz="1200"/>
            </a:lvl6pPr>
            <a:lvl7pPr marL="3657454" indent="0">
              <a:buNone/>
              <a:defRPr sz="1200"/>
            </a:lvl7pPr>
            <a:lvl8pPr marL="4267029" indent="0">
              <a:buNone/>
              <a:defRPr sz="1200"/>
            </a:lvl8pPr>
            <a:lvl9pPr marL="487660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17"/>
          </p:nvPr>
        </p:nvSpPr>
        <p:spPr>
          <a:xfrm>
            <a:off x="4639078" y="5284853"/>
            <a:ext cx="2565400" cy="454587"/>
          </a:xfrm>
        </p:spPr>
        <p:txBody>
          <a:bodyPr>
            <a:noAutofit/>
          </a:bodyPr>
          <a:lstStyle>
            <a:lvl1pPr marL="0" indent="0" algn="ctr">
              <a:buNone/>
              <a:defRPr sz="1467" b="0" i="0">
                <a:solidFill>
                  <a:srgbClr val="414042"/>
                </a:solidFill>
                <a:latin typeface="Amazon Ember Light" charset="0"/>
                <a:ea typeface="Amazon Ember Light" charset="0"/>
                <a:cs typeface="Amazon Ember Light" charset="0"/>
              </a:defRPr>
            </a:lvl1pPr>
            <a:lvl2pPr marL="609576" indent="0">
              <a:buNone/>
              <a:defRPr sz="1600"/>
            </a:lvl2pPr>
            <a:lvl3pPr marL="1219151" indent="0">
              <a:buNone/>
              <a:defRPr sz="1333"/>
            </a:lvl3pPr>
            <a:lvl4pPr marL="1828727" indent="0">
              <a:buNone/>
              <a:defRPr sz="1200"/>
            </a:lvl4pPr>
            <a:lvl5pPr marL="2438302" indent="0">
              <a:buNone/>
              <a:defRPr sz="1200"/>
            </a:lvl5pPr>
            <a:lvl6pPr marL="3047878" indent="0">
              <a:buNone/>
              <a:defRPr sz="1200"/>
            </a:lvl6pPr>
            <a:lvl7pPr marL="3657454" indent="0">
              <a:buNone/>
              <a:defRPr sz="1200"/>
            </a:lvl7pPr>
            <a:lvl8pPr marL="4267029" indent="0">
              <a:buNone/>
              <a:defRPr sz="1200"/>
            </a:lvl8pPr>
            <a:lvl9pPr marL="4876605" indent="0">
              <a:buNone/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9"/>
          </p:nvPr>
        </p:nvSpPr>
        <p:spPr>
          <a:xfrm>
            <a:off x="8833298" y="5284853"/>
            <a:ext cx="2565400" cy="454587"/>
          </a:xfrm>
        </p:spPr>
        <p:txBody>
          <a:bodyPr>
            <a:noAutofit/>
          </a:bodyPr>
          <a:lstStyle>
            <a:lvl1pPr marL="0" indent="0" algn="ctr">
              <a:buNone/>
              <a:defRPr sz="1467" b="0" i="0">
                <a:solidFill>
                  <a:srgbClr val="414042"/>
                </a:solidFill>
                <a:latin typeface="Amazon Ember Light" charset="0"/>
                <a:ea typeface="Amazon Ember Light" charset="0"/>
                <a:cs typeface="Amazon Ember Light" charset="0"/>
              </a:defRPr>
            </a:lvl1pPr>
            <a:lvl2pPr marL="609576" indent="0">
              <a:buNone/>
              <a:defRPr sz="1600"/>
            </a:lvl2pPr>
            <a:lvl3pPr marL="1219151" indent="0">
              <a:buNone/>
              <a:defRPr sz="1333"/>
            </a:lvl3pPr>
            <a:lvl4pPr marL="1828727" indent="0">
              <a:buNone/>
              <a:defRPr sz="1200"/>
            </a:lvl4pPr>
            <a:lvl5pPr marL="2438302" indent="0">
              <a:buNone/>
              <a:defRPr sz="1200"/>
            </a:lvl5pPr>
            <a:lvl6pPr marL="3047878" indent="0">
              <a:buNone/>
              <a:defRPr sz="1200"/>
            </a:lvl6pPr>
            <a:lvl7pPr marL="3657454" indent="0">
              <a:buNone/>
              <a:defRPr sz="1200"/>
            </a:lvl7pPr>
            <a:lvl8pPr marL="4267029" indent="0">
              <a:buNone/>
              <a:defRPr sz="1200"/>
            </a:lvl8pPr>
            <a:lvl9pPr marL="487660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453252" y="1237732"/>
            <a:ext cx="2565400" cy="1467556"/>
          </a:xfrm>
        </p:spPr>
        <p:txBody>
          <a:bodyPr>
            <a:normAutofit/>
          </a:bodyPr>
          <a:lstStyle>
            <a:lvl1pPr>
              <a:defRPr sz="1867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4639078" y="1237732"/>
            <a:ext cx="2565400" cy="1467556"/>
          </a:xfrm>
        </p:spPr>
        <p:txBody>
          <a:bodyPr>
            <a:normAutofit/>
          </a:bodyPr>
          <a:lstStyle>
            <a:lvl1pPr>
              <a:defRPr sz="1867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8833298" y="1237732"/>
            <a:ext cx="2565400" cy="1467556"/>
          </a:xfrm>
        </p:spPr>
        <p:txBody>
          <a:bodyPr>
            <a:normAutofit/>
          </a:bodyPr>
          <a:lstStyle>
            <a:lvl1pPr>
              <a:defRPr sz="1867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453252" y="3709830"/>
            <a:ext cx="2565400" cy="1467556"/>
          </a:xfrm>
        </p:spPr>
        <p:txBody>
          <a:bodyPr>
            <a:normAutofit/>
          </a:bodyPr>
          <a:lstStyle>
            <a:lvl1pPr>
              <a:defRPr sz="1867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24"/>
          </p:nvPr>
        </p:nvSpPr>
        <p:spPr>
          <a:xfrm>
            <a:off x="4639078" y="3709830"/>
            <a:ext cx="2565400" cy="1467556"/>
          </a:xfrm>
        </p:spPr>
        <p:txBody>
          <a:bodyPr>
            <a:normAutofit/>
          </a:bodyPr>
          <a:lstStyle>
            <a:lvl1pPr>
              <a:defRPr sz="1867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25"/>
          </p:nvPr>
        </p:nvSpPr>
        <p:spPr>
          <a:xfrm>
            <a:off x="8833298" y="3709830"/>
            <a:ext cx="2565400" cy="1467556"/>
          </a:xfrm>
        </p:spPr>
        <p:txBody>
          <a:bodyPr>
            <a:normAutofit/>
          </a:bodyPr>
          <a:lstStyle>
            <a:lvl1pPr>
              <a:defRPr sz="1867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1428322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053" y="153249"/>
            <a:ext cx="10940405" cy="72692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517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10987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 userDrawn="1"/>
        </p:nvSpPr>
        <p:spPr>
          <a:xfrm>
            <a:off x="652200" y="6403251"/>
            <a:ext cx="4037032" cy="1435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33" b="0" i="0" dirty="0">
                <a:solidFill>
                  <a:schemeClr val="accent6">
                    <a:lumMod val="60000"/>
                    <a:lumOff val="40000"/>
                  </a:schemeClr>
                </a:solidFill>
                <a:latin typeface="Amazon Ember Regular" charset="0"/>
              </a:rPr>
              <a:t>© 2017, Amazon Web Services, Inc. or its Affiliates.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4444774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-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90142" y="-9452"/>
            <a:ext cx="12372284" cy="6999768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3763618" y="-3790122"/>
            <a:ext cx="184731" cy="6832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840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9914966" y="8139953"/>
            <a:ext cx="184731" cy="6832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840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652200" y="6403251"/>
            <a:ext cx="4037032" cy="1435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33" b="0" i="0" dirty="0">
                <a:solidFill>
                  <a:schemeClr val="accent6">
                    <a:lumMod val="60000"/>
                    <a:lumOff val="40000"/>
                  </a:schemeClr>
                </a:solidFill>
                <a:latin typeface="Amazon Ember Regular" charset="0"/>
              </a:rPr>
              <a:t>© 2017, Amazon Web Services, Inc. or its Affiliates. All rights reserved.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548863" y="2232571"/>
            <a:ext cx="8092722" cy="1667558"/>
          </a:xfrm>
        </p:spPr>
        <p:txBody>
          <a:bodyPr anchor="ctr" anchorCtr="0">
            <a:no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1655" y="6274838"/>
            <a:ext cx="1477803" cy="353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8045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 -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3763618" y="-3790122"/>
            <a:ext cx="184731" cy="6832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840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652200" y="6403251"/>
            <a:ext cx="4037032" cy="1435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33" b="0" i="0" dirty="0">
                <a:solidFill>
                  <a:schemeClr val="accent6">
                    <a:lumMod val="60000"/>
                    <a:lumOff val="40000"/>
                  </a:schemeClr>
                </a:solidFill>
                <a:latin typeface="Amazon Ember Regular" charset="0"/>
              </a:rPr>
              <a:t>© 2017, Amazon Web Services, Inc. or its Affiliates. All rights reserved.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3300347" y="1240199"/>
            <a:ext cx="8092722" cy="1667558"/>
          </a:xfrm>
        </p:spPr>
        <p:txBody>
          <a:bodyPr anchor="ctr" anchorCtr="0">
            <a:noAutofit/>
          </a:bodyPr>
          <a:lstStyle>
            <a:lvl1pPr algn="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063933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 -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548863" y="2232571"/>
            <a:ext cx="8092722" cy="1667558"/>
          </a:xfrm>
        </p:spPr>
        <p:txBody>
          <a:bodyPr anchor="ctr" anchorCtr="0">
            <a:no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06697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54269" y="2067774"/>
            <a:ext cx="10363200" cy="1362075"/>
          </a:xfrm>
        </p:spPr>
        <p:txBody>
          <a:bodyPr anchor="ctr">
            <a:noAutofit/>
          </a:bodyPr>
          <a:lstStyle>
            <a:lvl1pPr algn="l">
              <a:defRPr sz="5333" b="1" cap="none"/>
            </a:lvl1pPr>
          </a:lstStyle>
          <a:p>
            <a:r>
              <a:rPr lang="en-US" dirty="0"/>
              <a:t>Thank you!</a:t>
            </a:r>
          </a:p>
        </p:txBody>
      </p:sp>
      <p:sp>
        <p:nvSpPr>
          <p:cNvPr id="3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650532" y="3429850"/>
            <a:ext cx="4910667" cy="577849"/>
          </a:xfrm>
        </p:spPr>
        <p:txBody>
          <a:bodyPr>
            <a:normAutofit/>
          </a:bodyPr>
          <a:lstStyle>
            <a:lvl1pPr marL="0" indent="0" algn="l">
              <a:buNone/>
              <a:defRPr sz="2133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596672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lIns="91431" tIns="45711" rIns="91431" bIns="45711"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>
              <a:solidFill>
                <a:srgbClr val="4747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lIns="91431" tIns="45711" rIns="91431" bIns="45711"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>
              <a:solidFill>
                <a:srgbClr val="4747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lIns="91431" tIns="45711" rIns="91431" bIns="45711"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EDECEA89-B313-4302-9956-254FEF807122}" type="slidenum">
              <a:rPr lang="en-US" smtClean="0">
                <a:solidFill>
                  <a:srgbClr val="474746"/>
                </a:solidFill>
              </a:rPr>
              <a:pPr/>
              <a:t>‹#›</a:t>
            </a:fld>
            <a:endParaRPr lang="en-US" dirty="0">
              <a:solidFill>
                <a:srgbClr val="474746"/>
              </a:solidFill>
            </a:endParaRPr>
          </a:p>
        </p:txBody>
      </p:sp>
      <p:sp>
        <p:nvSpPr>
          <p:cNvPr id="9" name="Round Diagonal Corner Rectangle 8"/>
          <p:cNvSpPr/>
          <p:nvPr userDrawn="1">
            <p:custDataLst>
              <p:tags r:id="rId4"/>
            </p:custDataLst>
          </p:nvPr>
        </p:nvSpPr>
        <p:spPr>
          <a:xfrm>
            <a:off x="203200" y="174736"/>
            <a:ext cx="7112000" cy="346364"/>
          </a:xfrm>
          <a:prstGeom prst="round2DiagRect">
            <a:avLst>
              <a:gd name="adj1" fmla="val 16667"/>
              <a:gd name="adj2" fmla="val 50000"/>
            </a:avLst>
          </a:prstGeom>
          <a:solidFill>
            <a:srgbClr val="F29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1" tIns="45711" rIns="91431" bIns="4571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609576"/>
            <a:endParaRPr lang="en-US" sz="1600" dirty="0">
              <a:solidFill>
                <a:srgbClr val="474746"/>
              </a:solidFill>
              <a:cs typeface="Arial" pitchFamily="34" charset="0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ctrTitle"/>
            <p:custDataLst>
              <p:tags r:id="rId5"/>
            </p:custDataLst>
          </p:nvPr>
        </p:nvSpPr>
        <p:spPr>
          <a:xfrm>
            <a:off x="232230" y="158696"/>
            <a:ext cx="6778171" cy="384173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1600" b="1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142347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4525963"/>
          </a:xfrm>
        </p:spPr>
        <p:txBody>
          <a:bodyPr/>
          <a:lstStyle>
            <a:lvl1pPr>
              <a:defRPr>
                <a:solidFill>
                  <a:schemeClr val="accent6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accent6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accent6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accent6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1"/>
            <a:ext cx="12192000" cy="11611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prstClr val="black"/>
              </a:solidFill>
              <a:latin typeface="Helvetica Light"/>
              <a:cs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01821042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749">
          <p15:clr>
            <a:srgbClr val="FBAE40"/>
          </p15:clr>
        </p15:guide>
        <p15:guide id="2" pos="57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9053" y="153248"/>
            <a:ext cx="10940405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4123" y="1345776"/>
            <a:ext cx="10940405" cy="47385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652200" y="6403251"/>
            <a:ext cx="4037032" cy="1435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33" b="0" i="0" dirty="0">
                <a:solidFill>
                  <a:schemeClr val="bg1"/>
                </a:solidFill>
                <a:latin typeface="Amazon Ember Regular" charset="0"/>
              </a:rPr>
              <a:t>© 2020, Amazon Web Services, Inc. or its Affiliates.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1655" y="6274838"/>
            <a:ext cx="1477803" cy="353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963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hf hdr="0" ftr="0" dt="0"/>
  <p:txStyles>
    <p:titleStyle>
      <a:lvl1pPr algn="l" defTabSz="609576" rtl="0" eaLnBrk="1" latinLnBrk="0" hangingPunct="1">
        <a:spcBef>
          <a:spcPct val="0"/>
        </a:spcBef>
        <a:buNone/>
        <a:defRPr sz="3733" b="0" i="0" kern="1200">
          <a:solidFill>
            <a:srgbClr val="0E2735"/>
          </a:solidFill>
          <a:latin typeface="Amazon Ember Regular" charset="0"/>
          <a:ea typeface="+mj-ea"/>
          <a:cs typeface="Amazon Ember Regular" charset="0"/>
        </a:defRPr>
      </a:lvl1pPr>
    </p:titleStyle>
    <p:bodyStyle>
      <a:lvl1pPr marL="0" indent="0" algn="l" defTabSz="609576" rtl="0" eaLnBrk="1" latinLnBrk="0" hangingPunct="1">
        <a:spcBef>
          <a:spcPct val="20000"/>
        </a:spcBef>
        <a:buFontTx/>
        <a:buNone/>
        <a:defRPr sz="3200" b="0" i="0" kern="1200">
          <a:solidFill>
            <a:srgbClr val="414042"/>
          </a:solidFill>
          <a:latin typeface="Amazon Ember Regular" charset="0"/>
          <a:ea typeface="+mn-ea"/>
          <a:cs typeface="Amazon Ember Regular" charset="0"/>
        </a:defRPr>
      </a:lvl1pPr>
      <a:lvl2pPr marL="990560" indent="-380985" algn="l" defTabSz="609576" rtl="0" eaLnBrk="1" latinLnBrk="0" hangingPunct="1">
        <a:spcBef>
          <a:spcPct val="20000"/>
        </a:spcBef>
        <a:buFont typeface="Arial"/>
        <a:buChar char="•"/>
        <a:defRPr sz="2667" b="0" i="0" kern="1200">
          <a:solidFill>
            <a:srgbClr val="414042"/>
          </a:solidFill>
          <a:latin typeface="Amazon Ember Regular" charset="0"/>
          <a:ea typeface="+mn-ea"/>
          <a:cs typeface="Amazon Ember Regular" charset="0"/>
        </a:defRPr>
      </a:lvl2pPr>
      <a:lvl3pPr marL="1523939" indent="-304788" algn="l" defTabSz="609576" rtl="0" eaLnBrk="1" latinLnBrk="0" hangingPunct="1">
        <a:spcBef>
          <a:spcPct val="20000"/>
        </a:spcBef>
        <a:buFont typeface="Arial"/>
        <a:buChar char="•"/>
        <a:defRPr sz="2400" b="0" i="0" kern="1200">
          <a:solidFill>
            <a:srgbClr val="414042"/>
          </a:solidFill>
          <a:latin typeface="Amazon Ember Regular" charset="0"/>
          <a:ea typeface="+mn-ea"/>
          <a:cs typeface="Amazon Ember Regular" charset="0"/>
        </a:defRPr>
      </a:lvl3pPr>
      <a:lvl4pPr marL="2133515" indent="-304788" algn="l" defTabSz="609576" rtl="0" eaLnBrk="1" latinLnBrk="0" hangingPunct="1">
        <a:spcBef>
          <a:spcPct val="20000"/>
        </a:spcBef>
        <a:buFont typeface="Arial"/>
        <a:buChar char="–"/>
        <a:defRPr sz="2133" b="0" i="0" kern="1200">
          <a:solidFill>
            <a:srgbClr val="414042"/>
          </a:solidFill>
          <a:latin typeface="Amazon Ember Regular" charset="0"/>
          <a:ea typeface="+mn-ea"/>
          <a:cs typeface="Amazon Ember Regular" charset="0"/>
        </a:defRPr>
      </a:lvl4pPr>
      <a:lvl5pPr marL="2743090" indent="-304788" algn="l" defTabSz="609576" rtl="0" eaLnBrk="1" latinLnBrk="0" hangingPunct="1">
        <a:spcBef>
          <a:spcPct val="20000"/>
        </a:spcBef>
        <a:buFont typeface="Arial"/>
        <a:buChar char="»"/>
        <a:defRPr sz="2133" b="0" i="0" kern="1200">
          <a:solidFill>
            <a:srgbClr val="414042"/>
          </a:solidFill>
          <a:latin typeface="Amazon Ember Regular" charset="0"/>
          <a:ea typeface="+mn-ea"/>
          <a:cs typeface="Amazon Ember Regular" charset="0"/>
        </a:defRPr>
      </a:lvl5pPr>
      <a:lvl6pPr marL="3352666" indent="-304788" algn="l" defTabSz="609576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42" indent="-304788" algn="l" defTabSz="609576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17" indent="-304788" algn="l" defTabSz="609576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93" indent="-304788" algn="l" defTabSz="609576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76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6" algn="l" defTabSz="609576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51" algn="l" defTabSz="609576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27" algn="l" defTabSz="609576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02" algn="l" defTabSz="609576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78" algn="l" defTabSz="609576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54" algn="l" defTabSz="609576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29" algn="l" defTabSz="609576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05" algn="l" defTabSz="609576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762000" y="383703"/>
            <a:ext cx="106767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76">
              <a:spcAft>
                <a:spcPts val="667"/>
              </a:spcAft>
            </a:pPr>
            <a:r>
              <a:rPr lang="en-US" sz="2000" b="1" dirty="0">
                <a:solidFill>
                  <a:srgbClr val="545B64">
                    <a:lumMod val="50000"/>
                  </a:srgbClr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Centralized vs. Decentralized vs. Hybrid PrivateLink Interface Endpoints</a:t>
            </a:r>
            <a:endParaRPr lang="en-US" sz="2667" dirty="0">
              <a:solidFill>
                <a:srgbClr val="545B64">
                  <a:lumMod val="50000"/>
                </a:srgbClr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BDD44B2-89BC-4B27-93D4-FB5CC66DC13C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61938" y="768423"/>
          <a:ext cx="11549063" cy="5742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9655">
                  <a:extLst>
                    <a:ext uri="{9D8B030D-6E8A-4147-A177-3AD203B41FA5}">
                      <a16:colId xmlns:a16="http://schemas.microsoft.com/office/drawing/2014/main" val="3780697252"/>
                    </a:ext>
                  </a:extLst>
                </a:gridCol>
                <a:gridCol w="3215396">
                  <a:extLst>
                    <a:ext uri="{9D8B030D-6E8A-4147-A177-3AD203B41FA5}">
                      <a16:colId xmlns:a16="http://schemas.microsoft.com/office/drawing/2014/main" val="1705613401"/>
                    </a:ext>
                  </a:extLst>
                </a:gridCol>
                <a:gridCol w="3457006">
                  <a:extLst>
                    <a:ext uri="{9D8B030D-6E8A-4147-A177-3AD203B41FA5}">
                      <a16:colId xmlns:a16="http://schemas.microsoft.com/office/drawing/2014/main" val="486076868"/>
                    </a:ext>
                  </a:extLst>
                </a:gridCol>
                <a:gridCol w="3457006">
                  <a:extLst>
                    <a:ext uri="{9D8B030D-6E8A-4147-A177-3AD203B41FA5}">
                      <a16:colId xmlns:a16="http://schemas.microsoft.com/office/drawing/2014/main" val="3020631076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solidFill>
                            <a:schemeClr val="bg1"/>
                          </a:solidFill>
                          <a:latin typeface="Amazon Ember" panose="02000000000000000000" pitchFamily="2" charset="0"/>
                          <a:ea typeface="Amazon Ember" panose="02000000000000000000" pitchFamily="2" charset="0"/>
                        </a:rPr>
                        <a:t>Aspect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solidFill>
                            <a:schemeClr val="bg1"/>
                          </a:solidFill>
                          <a:latin typeface="Amazon Ember" panose="02000000000000000000" pitchFamily="2" charset="0"/>
                          <a:ea typeface="Amazon Ember" panose="02000000000000000000" pitchFamily="2" charset="0"/>
                        </a:rPr>
                        <a:t>Centralized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solidFill>
                            <a:schemeClr val="bg1"/>
                          </a:solidFill>
                          <a:latin typeface="Amazon Ember" panose="02000000000000000000" pitchFamily="2" charset="0"/>
                          <a:ea typeface="Amazon Ember" panose="02000000000000000000" pitchFamily="2" charset="0"/>
                        </a:rPr>
                        <a:t>Decentralized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solidFill>
                            <a:schemeClr val="bg1"/>
                          </a:solidFill>
                          <a:latin typeface="Amazon Ember" panose="02000000000000000000" pitchFamily="2" charset="0"/>
                          <a:ea typeface="Amazon Ember" panose="02000000000000000000" pitchFamily="2" charset="0"/>
                        </a:rPr>
                        <a:t>Hybrid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175836307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mazon Ember" panose="02000000000000000000" pitchFamily="2" charset="0"/>
                          <a:ea typeface="Amazon Ember" panose="02000000000000000000" pitchFamily="2" charset="0"/>
                        </a:rPr>
                        <a:t>Description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mazon Ember" panose="02000000000000000000" pitchFamily="2" charset="0"/>
                          <a:ea typeface="Amazon Ember" panose="02000000000000000000" pitchFamily="2" charset="0"/>
                        </a:rPr>
                        <a:t>Endpoints are in a central VPC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mazon Ember" panose="02000000000000000000" pitchFamily="2" charset="0"/>
                          <a:ea typeface="Amazon Ember" panose="02000000000000000000" pitchFamily="2" charset="0"/>
                        </a:rPr>
                        <a:t>Endpoints are in each VPC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mazon Ember" panose="02000000000000000000" pitchFamily="2" charset="0"/>
                          <a:ea typeface="Amazon Ember" panose="02000000000000000000" pitchFamily="2" charset="0"/>
                        </a:rPr>
                        <a:t>Endpoints are in a central VPC and optionally also in each VPC as needed</a:t>
                      </a: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2183881979"/>
                  </a:ext>
                </a:extLst>
              </a:tr>
              <a:tr h="309033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mazon Ember" panose="02000000000000000000" pitchFamily="2" charset="0"/>
                          <a:ea typeface="Amazon Ember" panose="02000000000000000000" pitchFamily="2" charset="0"/>
                        </a:rPr>
                        <a:t>Availability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mazon Ember" panose="02000000000000000000" pitchFamily="2" charset="0"/>
                          <a:ea typeface="Amazon Ember" panose="02000000000000000000" pitchFamily="2" charset="0"/>
                        </a:rPr>
                        <a:t>Impacts to the endpoints affect all VPCs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mazon Ember" panose="02000000000000000000" pitchFamily="2" charset="0"/>
                          <a:ea typeface="Amazon Ember" panose="02000000000000000000" pitchFamily="2" charset="0"/>
                        </a:rPr>
                        <a:t>Impacts to the endpoints affect a single VPC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mazon Ember" panose="02000000000000000000" pitchFamily="2" charset="0"/>
                          <a:ea typeface="Amazon Ember" panose="02000000000000000000" pitchFamily="2" charset="0"/>
                        </a:rPr>
                        <a:t>Implications of both models as applied</a:t>
                      </a: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202474173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mazon Ember" panose="02000000000000000000" pitchFamily="2" charset="0"/>
                          <a:ea typeface="Amazon Ember" panose="02000000000000000000" pitchFamily="2" charset="0"/>
                        </a:rPr>
                        <a:t>Cost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mazon Ember" panose="02000000000000000000" pitchFamily="2" charset="0"/>
                          <a:ea typeface="Amazon Ember" panose="02000000000000000000" pitchFamily="2" charset="0"/>
                        </a:rPr>
                        <a:t>Less cost for endpoint existence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mazon Ember" panose="02000000000000000000" pitchFamily="2" charset="0"/>
                          <a:ea typeface="Amazon Ember" panose="02000000000000000000" pitchFamily="2" charset="0"/>
                        </a:rPr>
                        <a:t>Same cost for endpoint traffic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mazon Ember" panose="02000000000000000000" pitchFamily="2" charset="0"/>
                          <a:ea typeface="Amazon Ember" panose="02000000000000000000" pitchFamily="2" charset="0"/>
                        </a:rPr>
                        <a:t>More cost to traverse Transit Gateway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mazon Ember" panose="02000000000000000000" pitchFamily="2" charset="0"/>
                          <a:ea typeface="Amazon Ember" panose="02000000000000000000" pitchFamily="2" charset="0"/>
                        </a:rPr>
                        <a:t>More cost for endpoint existence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mazon Ember" panose="02000000000000000000" pitchFamily="2" charset="0"/>
                          <a:ea typeface="Amazon Ember" panose="02000000000000000000" pitchFamily="2" charset="0"/>
                        </a:rPr>
                        <a:t>Same cost for endpoint traffic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mazon Ember" panose="02000000000000000000" pitchFamily="2" charset="0"/>
                          <a:ea typeface="Amazon Ember" panose="02000000000000000000" pitchFamily="2" charset="0"/>
                        </a:rPr>
                        <a:t>No cost to traverse Transit Gateway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mazon Ember" panose="02000000000000000000" pitchFamily="2" charset="0"/>
                          <a:ea typeface="Amazon Ember" panose="02000000000000000000" pitchFamily="2" charset="0"/>
                        </a:rPr>
                        <a:t>High bandwidth/cost endpoints can be created in select VPCs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mazon Ember" panose="02000000000000000000" pitchFamily="2" charset="0"/>
                          <a:ea typeface="Amazon Ember" panose="02000000000000000000" pitchFamily="2" charset="0"/>
                        </a:rPr>
                        <a:t>Implications of both models as applied</a:t>
                      </a: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2970090288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mazon Ember" panose="02000000000000000000" pitchFamily="2" charset="0"/>
                          <a:ea typeface="Amazon Ember" panose="02000000000000000000" pitchFamily="2" charset="0"/>
                        </a:rPr>
                        <a:t>Cost Attribution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mazon Ember" panose="02000000000000000000" pitchFamily="2" charset="0"/>
                          <a:ea typeface="Amazon Ember" panose="02000000000000000000" pitchFamily="2" charset="0"/>
                        </a:rPr>
                        <a:t>Cost appears as an IT expense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mazon Ember" panose="02000000000000000000" pitchFamily="2" charset="0"/>
                          <a:ea typeface="Amazon Ember" panose="02000000000000000000" pitchFamily="2" charset="0"/>
                        </a:rPr>
                        <a:t>Cost can charge back or show back to the using account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mazon Ember" panose="02000000000000000000" pitchFamily="2" charset="0"/>
                          <a:ea typeface="Amazon Ember" panose="02000000000000000000" pitchFamily="2" charset="0"/>
                        </a:rPr>
                        <a:t>High bandwidth/cost endpoints can be created in select VPCs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mazon Ember" panose="02000000000000000000" pitchFamily="2" charset="0"/>
                          <a:ea typeface="Amazon Ember" panose="02000000000000000000" pitchFamily="2" charset="0"/>
                        </a:rPr>
                        <a:t>Implications of both models as applied</a:t>
                      </a: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2784075176"/>
                  </a:ext>
                </a:extLst>
              </a:tr>
              <a:tr h="96520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mazon Ember" panose="02000000000000000000" pitchFamily="2" charset="0"/>
                          <a:ea typeface="Amazon Ember" panose="02000000000000000000" pitchFamily="2" charset="0"/>
                        </a:rPr>
                        <a:t>Performance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mazon Ember" panose="02000000000000000000" pitchFamily="2" charset="0"/>
                          <a:ea typeface="Amazon Ember" panose="02000000000000000000" pitchFamily="2" charset="0"/>
                        </a:rPr>
                        <a:t>Increased latency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mazon Ember" panose="02000000000000000000" pitchFamily="2" charset="0"/>
                          <a:ea typeface="Amazon Ember" panose="02000000000000000000" pitchFamily="2" charset="0"/>
                        </a:rPr>
                        <a:t>Shared endpoint bandwidth constraint potential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mazon Ember" panose="02000000000000000000" pitchFamily="2" charset="0"/>
                          <a:ea typeface="Amazon Ember" panose="02000000000000000000" pitchFamily="2" charset="0"/>
                        </a:rPr>
                        <a:t>Transit Gateway link to central VPC bandwidth constraint potential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mazon Ember" panose="02000000000000000000" pitchFamily="2" charset="0"/>
                          <a:ea typeface="Amazon Ember" panose="02000000000000000000" pitchFamily="2" charset="0"/>
                        </a:rPr>
                        <a:t>No performance impact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mazon Ember" panose="02000000000000000000" pitchFamily="2" charset="0"/>
                          <a:ea typeface="Amazon Ember" panose="02000000000000000000" pitchFamily="2" charset="0"/>
                        </a:rPr>
                        <a:t>High bandwidth endpoints can be created in select VPCs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mazon Ember" panose="02000000000000000000" pitchFamily="2" charset="0"/>
                          <a:ea typeface="Amazon Ember" panose="02000000000000000000" pitchFamily="2" charset="0"/>
                        </a:rPr>
                        <a:t>Implications of both models as applied</a:t>
                      </a: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3201392290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mazon Ember" panose="02000000000000000000" pitchFamily="2" charset="0"/>
                          <a:ea typeface="Amazon Ember" panose="02000000000000000000" pitchFamily="2" charset="0"/>
                        </a:rPr>
                        <a:t>Access Control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mazon Ember" panose="02000000000000000000" pitchFamily="2" charset="0"/>
                          <a:ea typeface="Amazon Ember" panose="02000000000000000000" pitchFamily="2" charset="0"/>
                        </a:rPr>
                        <a:t>Each endpoint will have a common access control policy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mazon Ember" panose="02000000000000000000" pitchFamily="2" charset="0"/>
                          <a:ea typeface="Amazon Ember" panose="02000000000000000000" pitchFamily="2" charset="0"/>
                        </a:rPr>
                        <a:t>Bucket policies limiting access to specific endpoints would not be possible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mazon Ember" panose="02000000000000000000" pitchFamily="2" charset="0"/>
                          <a:ea typeface="Amazon Ember" panose="02000000000000000000" pitchFamily="2" charset="0"/>
                        </a:rPr>
                        <a:t>Each endpoint can have a different access control policy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mazon Ember" panose="02000000000000000000" pitchFamily="2" charset="0"/>
                          <a:ea typeface="Amazon Ember" panose="02000000000000000000" pitchFamily="2" charset="0"/>
                        </a:rPr>
                        <a:t>Bucket policies can limit access to specific endpoints in a specific VPC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mazon Ember" panose="02000000000000000000" pitchFamily="2" charset="0"/>
                          <a:ea typeface="Amazon Ember" panose="02000000000000000000" pitchFamily="2" charset="0"/>
                        </a:rPr>
                        <a:t>Endpoints associated with special access policies can be created in select VPCs</a:t>
                      </a:r>
                    </a:p>
                    <a:p>
                      <a:pPr marL="285750" marR="0" lvl="0" indent="-285750" algn="l" defTabSz="7315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mazon Ember" panose="02000000000000000000" pitchFamily="2" charset="0"/>
                          <a:ea typeface="Amazon Ember" panose="02000000000000000000" pitchFamily="2" charset="0"/>
                        </a:rPr>
                        <a:t>Implications of both models as applied</a:t>
                      </a: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3557241149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mazon Ember" panose="02000000000000000000" pitchFamily="2" charset="0"/>
                          <a:ea typeface="Amazon Ember" panose="02000000000000000000" pitchFamily="2" charset="0"/>
                        </a:rPr>
                        <a:t>Route 53 DNS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mazon Ember" panose="02000000000000000000" pitchFamily="2" charset="0"/>
                          <a:ea typeface="Amazon Ember" panose="02000000000000000000" pitchFamily="2" charset="0"/>
                        </a:rPr>
                        <a:t>Custom private hosted zones created and maintained for all used services and associated with all other VPCs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mazon Ember" panose="02000000000000000000" pitchFamily="2" charset="0"/>
                          <a:ea typeface="Amazon Ember" panose="02000000000000000000" pitchFamily="2" charset="0"/>
                        </a:rPr>
                        <a:t>Route 53 Private DNS Names feature automatically provides correct resolution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mazon Ember" panose="02000000000000000000" pitchFamily="2" charset="0"/>
                          <a:ea typeface="Amazon Ember" panose="02000000000000000000" pitchFamily="2" charset="0"/>
                        </a:rPr>
                        <a:t>A central custom private hosted zone must be created for each service and only associated with VPCs that have not implemented decentralized endpoints for that service</a:t>
                      </a: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4184843502"/>
                  </a:ext>
                </a:extLst>
              </a:tr>
              <a:tr h="309033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mazon Ember" panose="02000000000000000000" pitchFamily="2" charset="0"/>
                          <a:ea typeface="Amazon Ember" panose="02000000000000000000" pitchFamily="2" charset="0"/>
                        </a:rPr>
                        <a:t>Third-Party DNS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mazon Ember" panose="02000000000000000000" pitchFamily="2" charset="0"/>
                          <a:ea typeface="Amazon Ember" panose="02000000000000000000" pitchFamily="2" charset="0"/>
                        </a:rPr>
                        <a:t>Vendor consultation recommended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marL="0" marR="0" lvl="0" indent="0" algn="l" defTabSz="7315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mazon Ember" panose="02000000000000000000" pitchFamily="2" charset="0"/>
                          <a:ea typeface="Amazon Ember" panose="02000000000000000000" pitchFamily="2" charset="0"/>
                        </a:rPr>
                        <a:t>Vendor consultation recommended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marL="0" marR="0" lvl="0" indent="0" algn="l" defTabSz="7315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mazon Ember" panose="02000000000000000000" pitchFamily="2" charset="0"/>
                          <a:ea typeface="Amazon Ember" panose="02000000000000000000" pitchFamily="2" charset="0"/>
                        </a:rPr>
                        <a:t>Vendor consultation recommended</a:t>
                      </a: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479102306"/>
                  </a:ext>
                </a:extLst>
              </a:tr>
              <a:tr h="309033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mazon Ember" panose="02000000000000000000" pitchFamily="2" charset="0"/>
                          <a:ea typeface="Amazon Ember" panose="02000000000000000000" pitchFamily="2" charset="0"/>
                        </a:rPr>
                        <a:t>Complexity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mazon Ember" panose="02000000000000000000" pitchFamily="2" charset="0"/>
                          <a:ea typeface="Amazon Ember" panose="02000000000000000000" pitchFamily="2" charset="0"/>
                        </a:rPr>
                        <a:t>Moderate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mazon Ember" panose="02000000000000000000" pitchFamily="2" charset="0"/>
                          <a:ea typeface="Amazon Ember" panose="02000000000000000000" pitchFamily="2" charset="0"/>
                        </a:rPr>
                        <a:t>Low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mazon Ember" panose="02000000000000000000" pitchFamily="2" charset="0"/>
                          <a:ea typeface="Amazon Ember" panose="02000000000000000000" pitchFamily="2" charset="0"/>
                        </a:rPr>
                        <a:t>High</a:t>
                      </a: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3712610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273670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6&quot;/&gt;&lt;/TableIndex&gt;&lt;/ShapeTextInfo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heme/theme1.xml><?xml version="1.0" encoding="utf-8"?>
<a:theme xmlns:a="http://schemas.openxmlformats.org/drawingml/2006/main" name="DeckTemplate-AWS">
  <a:themeElements>
    <a:clrScheme name="AWS Colors">
      <a:dk1>
        <a:srgbClr val="1D516C"/>
      </a:dk1>
      <a:lt1>
        <a:srgbClr val="FFFFFF"/>
      </a:lt1>
      <a:dk2>
        <a:srgbClr val="1D516C"/>
      </a:dk2>
      <a:lt2>
        <a:srgbClr val="F8F8F8"/>
      </a:lt2>
      <a:accent1>
        <a:srgbClr val="FF9900"/>
      </a:accent1>
      <a:accent2>
        <a:srgbClr val="00A1C9"/>
      </a:accent2>
      <a:accent3>
        <a:srgbClr val="007DBC"/>
      </a:accent3>
      <a:accent4>
        <a:srgbClr val="69AF34"/>
      </a:accent4>
      <a:accent5>
        <a:srgbClr val="EB5F07"/>
      </a:accent5>
      <a:accent6>
        <a:srgbClr val="545B64"/>
      </a:accent6>
      <a:hlink>
        <a:srgbClr val="00E0EA"/>
      </a:hlink>
      <a:folHlink>
        <a:srgbClr val="0069E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6">
            <a:lumMod val="50000"/>
          </a:schemeClr>
        </a:solidFill>
        <a:ln>
          <a:noFill/>
        </a:ln>
        <a:effectLst/>
      </a:spPr>
      <a:bodyPr rtlCol="0"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WS_Deck_Template.potx" id="{956C5B2E-0233-4212-9383-50A039694C0C}" vid="{0176EEA5-D87D-4097-B356-86DC884F45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316</Words>
  <Application>Microsoft Office PowerPoint</Application>
  <PresentationFormat>Widescreen</PresentationFormat>
  <Paragraphs>54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Amazon Ember</vt:lpstr>
      <vt:lpstr>Amazon Ember Light</vt:lpstr>
      <vt:lpstr>Amazon Ember Regular</vt:lpstr>
      <vt:lpstr>Arial</vt:lpstr>
      <vt:lpstr>Calibri</vt:lpstr>
      <vt:lpstr>Consolas</vt:lpstr>
      <vt:lpstr>Helvetica Light</vt:lpstr>
      <vt:lpstr>Lucida Console</vt:lpstr>
      <vt:lpstr>Times New Roman</vt:lpstr>
      <vt:lpstr>DeckTemplate-AWS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Hendrickson, Andy</dc:creator>
  <cp:lastModifiedBy>Hendrickson, Andy</cp:lastModifiedBy>
  <cp:revision>1</cp:revision>
  <dcterms:created xsi:type="dcterms:W3CDTF">2021-11-05T21:42:41Z</dcterms:created>
  <dcterms:modified xsi:type="dcterms:W3CDTF">2021-11-05T21:43:26Z</dcterms:modified>
</cp:coreProperties>
</file>