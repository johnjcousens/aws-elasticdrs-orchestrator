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3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74" autoAdjust="0"/>
  </p:normalViewPr>
  <p:slideViewPr>
    <p:cSldViewPr snapToGrid="0">
      <p:cViewPr>
        <p:scale>
          <a:sx n="120" d="100"/>
          <a:sy n="120" d="100"/>
        </p:scale>
        <p:origin x="138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8175-3AF9-472A-8F2B-09E51B10E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7FC04-B676-4140-9671-8440FD4CC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7B07-22CE-4EDB-9FD5-79A123D4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85A28-2BFE-4476-8C51-A4D9A78D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03C5B-B219-4278-98A1-195DFAD5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2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4517-A7D8-4263-8CCD-D9DDDBC3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001C1-FF9B-44E5-BC9C-A06524FA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39B4-228D-49EF-8285-4294BC35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99AF6-AF48-4B24-82DE-0E02EC21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94AE9-5B49-4338-9BB7-556D443D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4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603E-77C8-44A4-9EF6-AEB23C77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70B76-BA68-4947-91CC-7E66121C0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86893-62E1-46F8-A462-31551090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7281-2D9F-4768-A772-B1EA9F471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1C2FA-CA6B-4DC1-B1AE-E1D73B69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2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3210-C661-42F8-85CA-C121EF7B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1806-55D0-4136-AB45-774634C3E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23B7A-4746-4E38-872B-DB9B0702B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5CC51-B837-4FA0-AD7E-09070996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EC38-72C3-410A-A0AB-6980FBFE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689FD-1317-4718-8D8B-E9356457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2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2155-7A64-4584-B493-FDB5FA48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93224-7AB8-46DF-B8F4-B847B8D2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47DE1-5400-4C0D-8FA6-E9FB35E8F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356C1-61B6-46B2-919F-3BCCF2654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22783-B284-4D5C-86AE-2628527CB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36A53-0D6C-4EEF-B319-F224BB49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CB747-3176-46BA-9C7D-CEA422CB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04CF8-3E52-4527-9FFE-F524CA8E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69D4-F37D-4EEF-B550-86C93698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DDDFA-9032-41FC-9BD9-75260793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ED1A7-4848-480F-9513-10B4801D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898B6-AEF0-4D22-B2C7-B9679833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7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4A97C-3939-485D-AA98-174BF815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925FF-D1E7-407A-B85D-A3A13D74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7141-DB27-4272-8576-51A1AF6A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0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C95C-AF39-4099-B506-E3E4C5257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0502A-2EF5-4BA2-AC55-1F2C05C7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7BE78-E03B-4FEF-B317-9ACC3636A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5E56C-920A-4C10-8A8A-D915E746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3E1ED-E606-44C9-AC50-4718D9CD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0AAA-E600-45A6-8AB3-CFD3C0A9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1127-29F0-4A3C-ACD1-C9B17FDE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FB610-0FDA-426E-A1E5-D004FB942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A8F5C-552F-4BFD-83E5-E8BC8E052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1FD7F-B131-47FA-A22C-377B8D32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61D9-F93E-442A-8496-62CC9CBC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82E26-751A-4D9A-A1D9-A5D52264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18BC-62B6-406C-820E-D690B701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741E1-F4CA-402D-A019-29DA7E92B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2E0AF-E92D-409F-9CDC-D8E9174B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8059F-2FD1-4F7B-8884-5020E1A3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0CB4D-1FDE-4BF7-A7DC-8D99E4F4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9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C69DD-261D-413C-B2E2-8D1CE4A0F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88A23-2E27-4731-A33D-51A4BA8C2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1191-1EAC-4FFE-8FF1-EFD7F618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4B677-C7FE-485B-BF72-007F3C3E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70A7D-A2E4-419A-BF04-4B265AC7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AB5C9-526C-48E6-80F1-ECB8E27C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27678-8695-4352-B971-C264AFCC6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ADB1B-87D1-44CB-AED7-C8F429F29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C7B1E-8CC2-43B6-BD21-1E09F9CC929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5556-D6E3-48BB-910C-C6DB37B76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F226-F7FA-4B31-B704-108F3CFEF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D9A69-60E2-4725-9CB9-C2FF1DE78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8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472DF2E-3309-4137-A391-55AF41FB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13" y="1369038"/>
            <a:ext cx="3842925" cy="38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6F79320-B3AE-4A3F-AEF1-89A5EFCE1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526" y="1734808"/>
            <a:ext cx="9308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Transit </a:t>
            </a:r>
          </a:p>
          <a:p>
            <a:pPr algn="ctr" eaLnBrk="1" hangingPunct="1"/>
            <a:r>
              <a: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551D5E71-ABE8-4C84-AC99-C76101088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48" y="290018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3631342A-2ACC-444A-AF2F-45CD5385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19" y="2481920"/>
            <a:ext cx="20388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NetHub VPC </a:t>
            </a:r>
          </a:p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10.0.0.0/21</a:t>
            </a:r>
          </a:p>
        </p:txBody>
      </p:sp>
      <p:pic>
        <p:nvPicPr>
          <p:cNvPr id="14" name="Graphic 10">
            <a:extLst>
              <a:ext uri="{FF2B5EF4-FFF2-40B4-BE49-F238E27FC236}">
                <a16:creationId xmlns:a16="http://schemas.microsoft.com/office/drawing/2014/main" id="{FC7478C6-1DF4-4736-A516-07B5F7189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8" y="306172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9DEB33-F112-47EF-857F-CF0543A3E5BC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1535748" y="3281184"/>
            <a:ext cx="615049" cy="117957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6">
            <a:extLst>
              <a:ext uri="{FF2B5EF4-FFF2-40B4-BE49-F238E27FC236}">
                <a16:creationId xmlns:a16="http://schemas.microsoft.com/office/drawing/2014/main" id="{8CC12EA2-38BD-4B43-8716-85F0FE56D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899" y="30683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103A7E2B-B057-4685-90DD-7EA04A7B2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7645" y="519325"/>
            <a:ext cx="1480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Prod1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10.0.8.0/21</a:t>
            </a:r>
          </a:p>
        </p:txBody>
      </p:sp>
      <p:pic>
        <p:nvPicPr>
          <p:cNvPr id="23" name="Graphic 6">
            <a:extLst>
              <a:ext uri="{FF2B5EF4-FFF2-40B4-BE49-F238E27FC236}">
                <a16:creationId xmlns:a16="http://schemas.microsoft.com/office/drawing/2014/main" id="{0AB5DD57-2E35-4C60-B344-5D77EF24C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899" y="13243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404E40B2-B9B3-4AC4-A2D9-69FEAAEB8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7645" y="1474187"/>
            <a:ext cx="1480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Prod2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10.0.16.0/21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72AE77-894A-45B3-9C20-D79A9DEB6A6C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flipH="1">
            <a:off x="8679516" y="687832"/>
            <a:ext cx="1364383" cy="430409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2C9A1E-C04B-4C09-A9E7-D5EA40AAFBA2}"/>
              </a:ext>
            </a:extLst>
          </p:cNvPr>
          <p:cNvCxnSpPr>
            <a:cxnSpLocks/>
            <a:stCxn id="23" idx="1"/>
            <a:endCxn id="25" idx="3"/>
          </p:cNvCxnSpPr>
          <p:nvPr/>
        </p:nvCxnSpPr>
        <p:spPr>
          <a:xfrm flipH="1" flipV="1">
            <a:off x="8679516" y="1118241"/>
            <a:ext cx="1364383" cy="587127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phic 6">
            <a:extLst>
              <a:ext uri="{FF2B5EF4-FFF2-40B4-BE49-F238E27FC236}">
                <a16:creationId xmlns:a16="http://schemas.microsoft.com/office/drawing/2014/main" id="{2517B463-D804-4174-9A12-0216E80BB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34" y="249440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7EC4F1CD-FC7B-4776-B08E-76FBB221C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4328" y="2735914"/>
            <a:ext cx="14076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Test1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10.5.0.0/21</a:t>
            </a:r>
          </a:p>
        </p:txBody>
      </p:sp>
      <p:pic>
        <p:nvPicPr>
          <p:cNvPr id="40" name="Graphic 6">
            <a:extLst>
              <a:ext uri="{FF2B5EF4-FFF2-40B4-BE49-F238E27FC236}">
                <a16:creationId xmlns:a16="http://schemas.microsoft.com/office/drawing/2014/main" id="{FBCF1A8E-FA17-4331-8FBC-6AAB0C606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34" y="351194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9">
            <a:extLst>
              <a:ext uri="{FF2B5EF4-FFF2-40B4-BE49-F238E27FC236}">
                <a16:creationId xmlns:a16="http://schemas.microsoft.com/office/drawing/2014/main" id="{F099E7E6-7ACB-4453-9BFA-5AA43EF9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7696" y="3716474"/>
            <a:ext cx="14408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Test2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10.5.8.0/21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5022146-6FD9-44D0-A46F-C6117BB73818}"/>
              </a:ext>
            </a:extLst>
          </p:cNvPr>
          <p:cNvCxnSpPr>
            <a:cxnSpLocks/>
            <a:stCxn id="38" idx="1"/>
            <a:endCxn id="42" idx="3"/>
          </p:cNvCxnSpPr>
          <p:nvPr/>
        </p:nvCxnSpPr>
        <p:spPr>
          <a:xfrm flipH="1">
            <a:off x="8678390" y="2875408"/>
            <a:ext cx="1412944" cy="440807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ACCECA-6CD7-4800-BF5F-E314BD320DFC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8678390" y="3316215"/>
            <a:ext cx="1412944" cy="576729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6">
            <a:extLst>
              <a:ext uri="{FF2B5EF4-FFF2-40B4-BE49-F238E27FC236}">
                <a16:creationId xmlns:a16="http://schemas.microsoft.com/office/drawing/2014/main" id="{AF72137A-1024-4C27-BB3A-C7807302C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34" y="455913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9">
            <a:extLst>
              <a:ext uri="{FF2B5EF4-FFF2-40B4-BE49-F238E27FC236}">
                <a16:creationId xmlns:a16="http://schemas.microsoft.com/office/drawing/2014/main" id="{87F9A18D-CBC7-4724-9CBD-96C6BFBCE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6539" y="4743762"/>
            <a:ext cx="13431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Dev1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10.10.0.0/21</a:t>
            </a:r>
          </a:p>
        </p:txBody>
      </p:sp>
      <p:pic>
        <p:nvPicPr>
          <p:cNvPr id="49" name="Graphic 6">
            <a:extLst>
              <a:ext uri="{FF2B5EF4-FFF2-40B4-BE49-F238E27FC236}">
                <a16:creationId xmlns:a16="http://schemas.microsoft.com/office/drawing/2014/main" id="{5E77195C-E37C-4C0D-AB88-2F3625B62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34" y="557667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3797A16A-2B09-471C-9D3D-F66A3A6CD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541" y="5748262"/>
            <a:ext cx="13191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Dev2 VPC </a:t>
            </a:r>
          </a:p>
          <a:p>
            <a:pPr algn="ctr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10.10.8.0/21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1756559-43D7-4E4A-B740-026E81F2D093}"/>
              </a:ext>
            </a:extLst>
          </p:cNvPr>
          <p:cNvCxnSpPr>
            <a:cxnSpLocks/>
            <a:stCxn id="47" idx="1"/>
            <a:endCxn id="51" idx="3"/>
          </p:cNvCxnSpPr>
          <p:nvPr/>
        </p:nvCxnSpPr>
        <p:spPr>
          <a:xfrm flipH="1">
            <a:off x="8649274" y="4940139"/>
            <a:ext cx="1442060" cy="689476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D9F4D6-5130-4636-8FE3-0D2B46CB7B16}"/>
              </a:ext>
            </a:extLst>
          </p:cNvPr>
          <p:cNvCxnSpPr>
            <a:cxnSpLocks/>
            <a:stCxn id="49" idx="1"/>
            <a:endCxn id="51" idx="3"/>
          </p:cNvCxnSpPr>
          <p:nvPr/>
        </p:nvCxnSpPr>
        <p:spPr>
          <a:xfrm flipH="1" flipV="1">
            <a:off x="8649274" y="5629615"/>
            <a:ext cx="1442060" cy="328060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F17DAA-0AD7-4296-B2F3-78902406BE0B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>
            <a:off x="3848927" y="687832"/>
            <a:ext cx="6194972" cy="271130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1D0D4E-A602-4276-9E30-24913CDE1115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flipH="1">
            <a:off x="8679516" y="687832"/>
            <a:ext cx="1364383" cy="430409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EF30A4-570F-4641-BDF5-E89203CDBB10}"/>
              </a:ext>
            </a:extLst>
          </p:cNvPr>
          <p:cNvCxnSpPr>
            <a:cxnSpLocks/>
            <a:stCxn id="23" idx="1"/>
            <a:endCxn id="25" idx="3"/>
          </p:cNvCxnSpPr>
          <p:nvPr/>
        </p:nvCxnSpPr>
        <p:spPr>
          <a:xfrm flipH="1" flipV="1">
            <a:off x="8679516" y="1118241"/>
            <a:ext cx="1364383" cy="587127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B8E9112-5574-41C4-9C4F-1EA8C74DFAEE}"/>
              </a:ext>
            </a:extLst>
          </p:cNvPr>
          <p:cNvGrpSpPr/>
          <p:nvPr/>
        </p:nvGrpSpPr>
        <p:grpSpPr>
          <a:xfrm>
            <a:off x="415001" y="1004211"/>
            <a:ext cx="1235857" cy="307777"/>
            <a:chOff x="763445" y="855195"/>
            <a:chExt cx="1235857" cy="307777"/>
          </a:xfrm>
        </p:grpSpPr>
        <p:sp>
          <p:nvSpPr>
            <p:cNvPr id="73" name="TextBox 9">
              <a:extLst>
                <a:ext uri="{FF2B5EF4-FFF2-40B4-BE49-F238E27FC236}">
                  <a16:creationId xmlns:a16="http://schemas.microsoft.com/office/drawing/2014/main" id="{24AB17E7-2159-43C0-8D32-EAC50DF04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445" y="855195"/>
              <a:ext cx="12358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solidFill>
                    <a:srgbClr val="FFC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Propagation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E0F12F0C-4C54-41FA-972B-74749CA00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139" y="1161848"/>
              <a:ext cx="662468" cy="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44BF7F7-D2DE-48D6-B726-540D76FD763F}"/>
              </a:ext>
            </a:extLst>
          </p:cNvPr>
          <p:cNvCxnSpPr>
            <a:cxnSpLocks/>
            <a:stCxn id="21" idx="1"/>
            <a:endCxn id="42" idx="3"/>
          </p:cNvCxnSpPr>
          <p:nvPr/>
        </p:nvCxnSpPr>
        <p:spPr>
          <a:xfrm flipH="1">
            <a:off x="8678390" y="687832"/>
            <a:ext cx="1365509" cy="262838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885C4BA-F81F-40F3-9762-E98BFE4FF3C0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8678390" y="2744100"/>
            <a:ext cx="1383828" cy="572115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AA59D97-FFD7-4835-A492-4754B788FA31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8678390" y="3316215"/>
            <a:ext cx="1412944" cy="576729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D9B4968-5A78-4F0E-9DF4-C0F5DA683C3F}"/>
              </a:ext>
            </a:extLst>
          </p:cNvPr>
          <p:cNvCxnSpPr>
            <a:cxnSpLocks/>
            <a:stCxn id="47" idx="1"/>
            <a:endCxn id="51" idx="3"/>
          </p:cNvCxnSpPr>
          <p:nvPr/>
        </p:nvCxnSpPr>
        <p:spPr>
          <a:xfrm flipH="1">
            <a:off x="8649274" y="4940139"/>
            <a:ext cx="1442060" cy="689476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8C9FE3C-51E3-46A1-9BF3-B53BC434D3D2}"/>
              </a:ext>
            </a:extLst>
          </p:cNvPr>
          <p:cNvCxnSpPr>
            <a:cxnSpLocks/>
            <a:stCxn id="49" idx="1"/>
            <a:endCxn id="51" idx="3"/>
          </p:cNvCxnSpPr>
          <p:nvPr/>
        </p:nvCxnSpPr>
        <p:spPr>
          <a:xfrm flipH="1" flipV="1">
            <a:off x="8649274" y="5629615"/>
            <a:ext cx="1442060" cy="328060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EA97F5E-77E2-4406-9498-B142883D51E2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3848927" y="2839350"/>
            <a:ext cx="6213292" cy="55979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989A33C-079D-40B6-8EA3-62C1354A111B}"/>
              </a:ext>
            </a:extLst>
          </p:cNvPr>
          <p:cNvCxnSpPr>
            <a:cxnSpLocks/>
            <a:stCxn id="38" idx="1"/>
            <a:endCxn id="25" idx="3"/>
          </p:cNvCxnSpPr>
          <p:nvPr/>
        </p:nvCxnSpPr>
        <p:spPr>
          <a:xfrm flipH="1" flipV="1">
            <a:off x="8679516" y="1118241"/>
            <a:ext cx="1411818" cy="17571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F7D1E17-BE3E-4816-8461-892C5B644604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8649274" y="2677425"/>
            <a:ext cx="1412944" cy="295219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6E8A4F8-6F99-41D7-9297-64B3CB6741C6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8679516" y="1118241"/>
            <a:ext cx="1382702" cy="281788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6D634F3-A892-4C65-A1A4-26247AE1F3C0}"/>
              </a:ext>
            </a:extLst>
          </p:cNvPr>
          <p:cNvCxnSpPr>
            <a:cxnSpLocks/>
            <a:stCxn id="40" idx="1"/>
            <a:endCxn id="18" idx="3"/>
          </p:cNvCxnSpPr>
          <p:nvPr/>
        </p:nvCxnSpPr>
        <p:spPr>
          <a:xfrm flipH="1" flipV="1">
            <a:off x="3848927" y="3399141"/>
            <a:ext cx="6242407" cy="49380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8591DF7-28C5-457E-A6BF-626A9DC189DD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8649274" y="3774199"/>
            <a:ext cx="1412944" cy="185541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1DFBA0B-52BA-4189-B2D8-91E66F7B2F49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8678390" y="3316215"/>
            <a:ext cx="1383828" cy="150831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6699F2B-3A41-4CBF-899A-DFFD069EB65E}"/>
              </a:ext>
            </a:extLst>
          </p:cNvPr>
          <p:cNvCxnSpPr>
            <a:cxnSpLocks/>
            <a:endCxn id="18" idx="3"/>
          </p:cNvCxnSpPr>
          <p:nvPr/>
        </p:nvCxnSpPr>
        <p:spPr>
          <a:xfrm flipH="1" flipV="1">
            <a:off x="3848927" y="3399141"/>
            <a:ext cx="6213292" cy="152063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BBE0BF0-15CA-4139-A40B-85CFB7BAF219}"/>
              </a:ext>
            </a:extLst>
          </p:cNvPr>
          <p:cNvCxnSpPr>
            <a:cxnSpLocks/>
            <a:stCxn id="49" idx="1"/>
            <a:endCxn id="42" idx="3"/>
          </p:cNvCxnSpPr>
          <p:nvPr/>
        </p:nvCxnSpPr>
        <p:spPr>
          <a:xfrm flipH="1" flipV="1">
            <a:off x="8678390" y="3316215"/>
            <a:ext cx="1412944" cy="264146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4EEB156-665D-45CE-9830-74EC0FE8A807}"/>
              </a:ext>
            </a:extLst>
          </p:cNvPr>
          <p:cNvCxnSpPr>
            <a:cxnSpLocks/>
            <a:stCxn id="49" idx="1"/>
            <a:endCxn id="18" idx="3"/>
          </p:cNvCxnSpPr>
          <p:nvPr/>
        </p:nvCxnSpPr>
        <p:spPr>
          <a:xfrm flipH="1" flipV="1">
            <a:off x="3848927" y="3399141"/>
            <a:ext cx="6242407" cy="25585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D4428-A8DA-400E-9090-1A76C8BC75B2}"/>
              </a:ext>
            </a:extLst>
          </p:cNvPr>
          <p:cNvGrpSpPr/>
          <p:nvPr/>
        </p:nvGrpSpPr>
        <p:grpSpPr>
          <a:xfrm>
            <a:off x="275229" y="1346316"/>
            <a:ext cx="1515400" cy="314174"/>
            <a:chOff x="623673" y="1347743"/>
            <a:chExt cx="1515400" cy="314174"/>
          </a:xfrm>
        </p:grpSpPr>
        <p:sp>
          <p:nvSpPr>
            <p:cNvPr id="129" name="TextBox 9">
              <a:extLst>
                <a:ext uri="{FF2B5EF4-FFF2-40B4-BE49-F238E27FC236}">
                  <a16:creationId xmlns:a16="http://schemas.microsoft.com/office/drawing/2014/main" id="{97B4BE7C-5496-4D86-A7FA-CD6B6A020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673" y="1347743"/>
              <a:ext cx="151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solidFill>
                    <a:srgbClr val="FF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No Propagation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B4C82D1-EB11-4F45-9EAC-9AF1D5DCD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139" y="1661916"/>
              <a:ext cx="662468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8D8E305-2C5A-4540-8DE3-F08CA462C393}"/>
              </a:ext>
            </a:extLst>
          </p:cNvPr>
          <p:cNvCxnSpPr>
            <a:cxnSpLocks/>
            <a:stCxn id="47" idx="1"/>
            <a:endCxn id="25" idx="3"/>
          </p:cNvCxnSpPr>
          <p:nvPr/>
        </p:nvCxnSpPr>
        <p:spPr>
          <a:xfrm flipH="1" flipV="1">
            <a:off x="8679516" y="1118241"/>
            <a:ext cx="1411818" cy="382189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BB52A01-F5AF-413C-BD38-D191D618E9D7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8679516" y="1118241"/>
            <a:ext cx="1382702" cy="486089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6434BED-72D8-4875-BD07-BFF74E7F799E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 flipV="1">
            <a:off x="1535748" y="1118241"/>
            <a:ext cx="3603314" cy="216294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C1F4EA0-E9D0-4000-A3A8-3EB3F2CC76C5}"/>
              </a:ext>
            </a:extLst>
          </p:cNvPr>
          <p:cNvCxnSpPr>
            <a:cxnSpLocks/>
            <a:stCxn id="11" idx="3"/>
            <a:endCxn id="42" idx="1"/>
          </p:cNvCxnSpPr>
          <p:nvPr/>
        </p:nvCxnSpPr>
        <p:spPr>
          <a:xfrm>
            <a:off x="1535748" y="3281184"/>
            <a:ext cx="3612985" cy="3503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3267C54-BB4F-4256-82F9-7E45639F9A5C}"/>
              </a:ext>
            </a:extLst>
          </p:cNvPr>
          <p:cNvCxnSpPr>
            <a:cxnSpLocks/>
            <a:stCxn id="11" idx="3"/>
            <a:endCxn id="51" idx="1"/>
          </p:cNvCxnSpPr>
          <p:nvPr/>
        </p:nvCxnSpPr>
        <p:spPr>
          <a:xfrm>
            <a:off x="1535748" y="3281184"/>
            <a:ext cx="3620540" cy="234843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8C66B475-9790-44F0-B09E-9508AE088862}"/>
              </a:ext>
            </a:extLst>
          </p:cNvPr>
          <p:cNvCxnSpPr>
            <a:cxnSpLocks/>
            <a:stCxn id="23" idx="1"/>
            <a:endCxn id="42" idx="3"/>
          </p:cNvCxnSpPr>
          <p:nvPr/>
        </p:nvCxnSpPr>
        <p:spPr>
          <a:xfrm flipH="1">
            <a:off x="8678390" y="1705368"/>
            <a:ext cx="1365509" cy="16108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302BCF4C-7570-4354-AE2A-F212074EA346}"/>
              </a:ext>
            </a:extLst>
          </p:cNvPr>
          <p:cNvCxnSpPr>
            <a:cxnSpLocks/>
            <a:stCxn id="21" idx="1"/>
            <a:endCxn id="51" idx="3"/>
          </p:cNvCxnSpPr>
          <p:nvPr/>
        </p:nvCxnSpPr>
        <p:spPr>
          <a:xfrm flipH="1">
            <a:off x="8649274" y="687832"/>
            <a:ext cx="1394625" cy="49417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424901C5-621D-4639-B0D2-25B747E22D1B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8649274" y="1518331"/>
            <a:ext cx="1412944" cy="41112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0E88CA05-AF57-42C6-B570-C8386C2EC6E6}"/>
              </a:ext>
            </a:extLst>
          </p:cNvPr>
          <p:cNvSpPr txBox="1"/>
          <p:nvPr/>
        </p:nvSpPr>
        <p:spPr>
          <a:xfrm>
            <a:off x="2188720" y="85252"/>
            <a:ext cx="2723065" cy="11030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Association: Where I find my routes to the destination.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Propagation: How I tell others how to route to me.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4A3CE2-F225-4324-B2C9-F2486202D948}"/>
              </a:ext>
            </a:extLst>
          </p:cNvPr>
          <p:cNvGrpSpPr/>
          <p:nvPr/>
        </p:nvGrpSpPr>
        <p:grpSpPr>
          <a:xfrm>
            <a:off x="415001" y="652260"/>
            <a:ext cx="1235857" cy="317623"/>
            <a:chOff x="763445" y="442899"/>
            <a:chExt cx="1235857" cy="317623"/>
          </a:xfrm>
        </p:grpSpPr>
        <p:sp>
          <p:nvSpPr>
            <p:cNvPr id="443" name="TextBox 9">
              <a:extLst>
                <a:ext uri="{FF2B5EF4-FFF2-40B4-BE49-F238E27FC236}">
                  <a16:creationId xmlns:a16="http://schemas.microsoft.com/office/drawing/2014/main" id="{F7278C7B-F331-4D3B-B89D-DE2FBD428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445" y="442899"/>
              <a:ext cx="12358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solidFill>
                    <a:srgbClr val="7030A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Association</a:t>
              </a:r>
            </a:p>
          </p:txBody>
        </p: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2DC4981F-5C2C-4568-BB7E-6A6BBFC85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139" y="760521"/>
              <a:ext cx="662468" cy="1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5" name="Rectangle 444">
            <a:extLst>
              <a:ext uri="{FF2B5EF4-FFF2-40B4-BE49-F238E27FC236}">
                <a16:creationId xmlns:a16="http://schemas.microsoft.com/office/drawing/2014/main" id="{EFD84F6A-9D5A-4DB5-BDBE-74BD01B6288C}"/>
              </a:ext>
            </a:extLst>
          </p:cNvPr>
          <p:cNvSpPr/>
          <p:nvPr/>
        </p:nvSpPr>
        <p:spPr>
          <a:xfrm>
            <a:off x="345115" y="644209"/>
            <a:ext cx="1375629" cy="1177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TextBox 9">
            <a:extLst>
              <a:ext uri="{FF2B5EF4-FFF2-40B4-BE49-F238E27FC236}">
                <a16:creationId xmlns:a16="http://schemas.microsoft.com/office/drawing/2014/main" id="{F8375783-BD2F-4D8E-8686-7DBDF300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07" y="389220"/>
            <a:ext cx="13232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Legend</a:t>
            </a:r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79F585AE-FA3A-4445-92E0-834B1828D06C}"/>
              </a:ext>
            </a:extLst>
          </p:cNvPr>
          <p:cNvCxnSpPr>
            <a:cxnSpLocks/>
            <a:stCxn id="23" idx="1"/>
            <a:endCxn id="18" idx="3"/>
          </p:cNvCxnSpPr>
          <p:nvPr/>
        </p:nvCxnSpPr>
        <p:spPr>
          <a:xfrm flipH="1">
            <a:off x="3848927" y="1705368"/>
            <a:ext cx="6194972" cy="169377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Graphic 18">
            <a:extLst>
              <a:ext uri="{FF2B5EF4-FFF2-40B4-BE49-F238E27FC236}">
                <a16:creationId xmlns:a16="http://schemas.microsoft.com/office/drawing/2014/main" id="{6BE08635-0564-43DA-9376-145715C85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89" y="5249671"/>
            <a:ext cx="605228" cy="60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762C97D3-4E46-480C-BE4B-5D5B28147DA9}"/>
              </a:ext>
            </a:extLst>
          </p:cNvPr>
          <p:cNvSpPr txBox="1"/>
          <p:nvPr/>
        </p:nvSpPr>
        <p:spPr>
          <a:xfrm>
            <a:off x="84143" y="4974594"/>
            <a:ext cx="907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Transit VIF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A1BE17-FD47-408F-8922-FAB3058423DE}"/>
              </a:ext>
            </a:extLst>
          </p:cNvPr>
          <p:cNvSpPr txBox="1"/>
          <p:nvPr/>
        </p:nvSpPr>
        <p:spPr>
          <a:xfrm>
            <a:off x="-93386" y="3802962"/>
            <a:ext cx="1291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Direct Connect </a:t>
            </a:r>
          </a:p>
          <a:p>
            <a:pPr algn="ctr"/>
            <a:r>
              <a:rPr lang="en-US" sz="1200" dirty="0"/>
              <a:t>Gateway &amp;</a:t>
            </a:r>
          </a:p>
          <a:p>
            <a:pPr algn="ctr"/>
            <a:r>
              <a:rPr lang="en-US" sz="1200" dirty="0"/>
              <a:t>Attachment</a:t>
            </a:r>
          </a:p>
        </p:txBody>
      </p:sp>
      <p:pic>
        <p:nvPicPr>
          <p:cNvPr id="77" name="Graphic 7">
            <a:extLst>
              <a:ext uri="{FF2B5EF4-FFF2-40B4-BE49-F238E27FC236}">
                <a16:creationId xmlns:a16="http://schemas.microsoft.com/office/drawing/2014/main" id="{1FE494D0-E70B-454A-A8ED-D8471159F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" y="44181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31C38235-534C-456B-9A15-B4695B731543}"/>
              </a:ext>
            </a:extLst>
          </p:cNvPr>
          <p:cNvSpPr txBox="1"/>
          <p:nvPr/>
        </p:nvSpPr>
        <p:spPr>
          <a:xfrm>
            <a:off x="48750" y="6497439"/>
            <a:ext cx="97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On Premise</a:t>
            </a:r>
          </a:p>
        </p:txBody>
      </p:sp>
      <p:pic>
        <p:nvPicPr>
          <p:cNvPr id="79" name="Graphic 7">
            <a:extLst>
              <a:ext uri="{FF2B5EF4-FFF2-40B4-BE49-F238E27FC236}">
                <a16:creationId xmlns:a16="http://schemas.microsoft.com/office/drawing/2014/main" id="{1A298893-BAA0-4310-BA69-DA167CEEF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" y="608283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EA34A6A-DB87-439A-B38E-362903B9F8C1}"/>
              </a:ext>
            </a:extLst>
          </p:cNvPr>
          <p:cNvCxnSpPr>
            <a:cxnSpLocks/>
            <a:stCxn id="77" idx="3"/>
            <a:endCxn id="70" idx="1"/>
          </p:cNvCxnSpPr>
          <p:nvPr/>
        </p:nvCxnSpPr>
        <p:spPr>
          <a:xfrm>
            <a:off x="766603" y="4646790"/>
            <a:ext cx="481307" cy="1238831"/>
          </a:xfrm>
          <a:prstGeom prst="straightConnector1">
            <a:avLst/>
          </a:prstGeom>
          <a:ln w="38100">
            <a:solidFill>
              <a:srgbClr val="693C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C48E37-BBC8-4C72-B2B3-41EB30BB8B27}"/>
              </a:ext>
            </a:extLst>
          </p:cNvPr>
          <p:cNvCxnSpPr>
            <a:cxnSpLocks/>
            <a:stCxn id="77" idx="2"/>
            <a:endCxn id="71" idx="0"/>
          </p:cNvCxnSpPr>
          <p:nvPr/>
        </p:nvCxnSpPr>
        <p:spPr>
          <a:xfrm>
            <a:off x="538003" y="4875390"/>
            <a:ext cx="0" cy="37428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5D3FF3F-CB9F-489E-B3BD-BF0BE0195819}"/>
              </a:ext>
            </a:extLst>
          </p:cNvPr>
          <p:cNvCxnSpPr>
            <a:cxnSpLocks/>
            <a:stCxn id="77" idx="3"/>
            <a:endCxn id="25" idx="1"/>
          </p:cNvCxnSpPr>
          <p:nvPr/>
        </p:nvCxnSpPr>
        <p:spPr>
          <a:xfrm flipV="1">
            <a:off x="766603" y="1118241"/>
            <a:ext cx="4372459" cy="352854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001F353-7A73-4717-B866-1E0AEA899B69}"/>
              </a:ext>
            </a:extLst>
          </p:cNvPr>
          <p:cNvCxnSpPr>
            <a:cxnSpLocks/>
            <a:stCxn id="71" idx="2"/>
            <a:endCxn id="79" idx="0"/>
          </p:cNvCxnSpPr>
          <p:nvPr/>
        </p:nvCxnSpPr>
        <p:spPr>
          <a:xfrm>
            <a:off x="538003" y="5854899"/>
            <a:ext cx="0" cy="22793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FE80064-20AB-49D1-BB51-D10A1291AFBB}"/>
              </a:ext>
            </a:extLst>
          </p:cNvPr>
          <p:cNvCxnSpPr>
            <a:cxnSpLocks/>
            <a:stCxn id="77" idx="3"/>
            <a:endCxn id="42" idx="1"/>
          </p:cNvCxnSpPr>
          <p:nvPr/>
        </p:nvCxnSpPr>
        <p:spPr>
          <a:xfrm flipV="1">
            <a:off x="766603" y="3316215"/>
            <a:ext cx="4382130" cy="133057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24B0C70-B86D-4C4A-8A34-BE19E85F2589}"/>
              </a:ext>
            </a:extLst>
          </p:cNvPr>
          <p:cNvCxnSpPr>
            <a:cxnSpLocks/>
            <a:stCxn id="77" idx="3"/>
            <a:endCxn id="51" idx="1"/>
          </p:cNvCxnSpPr>
          <p:nvPr/>
        </p:nvCxnSpPr>
        <p:spPr>
          <a:xfrm>
            <a:off x="766603" y="4646790"/>
            <a:ext cx="4389685" cy="98282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6DA2B5EC-1E8A-4C65-B4E3-2B2ADB3D8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94821"/>
              </p:ext>
            </p:extLst>
          </p:nvPr>
        </p:nvGraphicFramePr>
        <p:xfrm>
          <a:off x="1247910" y="5013131"/>
          <a:ext cx="3492986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028">
                  <a:extLst>
                    <a:ext uri="{9D8B030D-6E8A-4147-A177-3AD203B41FA5}">
                      <a16:colId xmlns:a16="http://schemas.microsoft.com/office/drawing/2014/main" val="2148837061"/>
                    </a:ext>
                  </a:extLst>
                </a:gridCol>
                <a:gridCol w="2041958">
                  <a:extLst>
                    <a:ext uri="{9D8B030D-6E8A-4147-A177-3AD203B41FA5}">
                      <a16:colId xmlns:a16="http://schemas.microsoft.com/office/drawing/2014/main" val="959971"/>
                    </a:ext>
                  </a:extLst>
                </a:gridCol>
              </a:tblGrid>
              <a:tr h="16838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On-Prem Route Table</a:t>
                      </a:r>
                    </a:p>
                  </a:txBody>
                  <a:tcPr>
                    <a:solidFill>
                      <a:srgbClr val="693C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036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NetHub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67152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05186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10.0.16.0/21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743236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804597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039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0731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15229"/>
                  </a:ext>
                </a:extLst>
              </a:tr>
            </a:tbl>
          </a:graphicData>
        </a:graphic>
      </p:graphicFrame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44674C9-123B-4F57-A569-5500190BFCA2}"/>
              </a:ext>
            </a:extLst>
          </p:cNvPr>
          <p:cNvCxnSpPr>
            <a:cxnSpLocks/>
            <a:stCxn id="11" idx="3"/>
            <a:endCxn id="70" idx="0"/>
          </p:cNvCxnSpPr>
          <p:nvPr/>
        </p:nvCxnSpPr>
        <p:spPr>
          <a:xfrm>
            <a:off x="1535748" y="3281184"/>
            <a:ext cx="1458655" cy="17319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B8D9173-E27E-4465-AA9F-2AD8F05658D2}"/>
              </a:ext>
            </a:extLst>
          </p:cNvPr>
          <p:cNvCxnSpPr>
            <a:cxnSpLocks/>
            <a:stCxn id="21" idx="1"/>
            <a:endCxn id="70" idx="3"/>
          </p:cNvCxnSpPr>
          <p:nvPr/>
        </p:nvCxnSpPr>
        <p:spPr>
          <a:xfrm flipH="1">
            <a:off x="4740896" y="687832"/>
            <a:ext cx="5303003" cy="519778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3C7F20B-D466-46EC-8267-67BB9031E2A0}"/>
              </a:ext>
            </a:extLst>
          </p:cNvPr>
          <p:cNvCxnSpPr>
            <a:cxnSpLocks/>
            <a:stCxn id="23" idx="1"/>
            <a:endCxn id="70" idx="3"/>
          </p:cNvCxnSpPr>
          <p:nvPr/>
        </p:nvCxnSpPr>
        <p:spPr>
          <a:xfrm flipH="1">
            <a:off x="4740896" y="1705368"/>
            <a:ext cx="5303003" cy="418025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F14DC7E-7D1E-4BA3-8B6B-B15386F00F48}"/>
              </a:ext>
            </a:extLst>
          </p:cNvPr>
          <p:cNvCxnSpPr>
            <a:cxnSpLocks/>
            <a:stCxn id="38" idx="1"/>
            <a:endCxn id="70" idx="3"/>
          </p:cNvCxnSpPr>
          <p:nvPr/>
        </p:nvCxnSpPr>
        <p:spPr>
          <a:xfrm flipH="1">
            <a:off x="4740896" y="2875408"/>
            <a:ext cx="5350438" cy="301021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2F5230F-04EA-446E-92C1-63591CE72FED}"/>
              </a:ext>
            </a:extLst>
          </p:cNvPr>
          <p:cNvCxnSpPr>
            <a:cxnSpLocks/>
            <a:stCxn id="40" idx="1"/>
            <a:endCxn id="70" idx="3"/>
          </p:cNvCxnSpPr>
          <p:nvPr/>
        </p:nvCxnSpPr>
        <p:spPr>
          <a:xfrm flipH="1">
            <a:off x="4740896" y="3892944"/>
            <a:ext cx="5350438" cy="199267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D9ABE5A-4BD4-4010-9F98-ADCD4CD699B0}"/>
              </a:ext>
            </a:extLst>
          </p:cNvPr>
          <p:cNvCxnSpPr>
            <a:cxnSpLocks/>
            <a:stCxn id="47" idx="1"/>
            <a:endCxn id="70" idx="3"/>
          </p:cNvCxnSpPr>
          <p:nvPr/>
        </p:nvCxnSpPr>
        <p:spPr>
          <a:xfrm flipH="1">
            <a:off x="4740896" y="4940139"/>
            <a:ext cx="5350438" cy="94548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D73066E-D930-403C-822A-88E8944F9D63}"/>
              </a:ext>
            </a:extLst>
          </p:cNvPr>
          <p:cNvCxnSpPr>
            <a:cxnSpLocks/>
            <a:stCxn id="49" idx="1"/>
            <a:endCxn id="70" idx="3"/>
          </p:cNvCxnSpPr>
          <p:nvPr/>
        </p:nvCxnSpPr>
        <p:spPr>
          <a:xfrm flipH="1" flipV="1">
            <a:off x="4740896" y="5885621"/>
            <a:ext cx="5350438" cy="7205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4F1637-E2CF-4897-8DD3-46A02F40A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452020"/>
              </p:ext>
            </p:extLst>
          </p:nvPr>
        </p:nvGraphicFramePr>
        <p:xfrm>
          <a:off x="2150797" y="2157713"/>
          <a:ext cx="1698130" cy="248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87">
                  <a:extLst>
                    <a:ext uri="{9D8B030D-6E8A-4147-A177-3AD203B41FA5}">
                      <a16:colId xmlns:a16="http://schemas.microsoft.com/office/drawing/2014/main" val="2148837061"/>
                    </a:ext>
                  </a:extLst>
                </a:gridCol>
                <a:gridCol w="1005143">
                  <a:extLst>
                    <a:ext uri="{9D8B030D-6E8A-4147-A177-3AD203B41FA5}">
                      <a16:colId xmlns:a16="http://schemas.microsoft.com/office/drawing/2014/main" val="959971"/>
                    </a:ext>
                  </a:extLst>
                </a:gridCol>
              </a:tblGrid>
              <a:tr h="29188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NetHub Route Table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036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0.0.0.0/0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Internet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40858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665440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10.0.16.0/21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13586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38443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62062"/>
                  </a:ext>
                </a:extLst>
              </a:tr>
              <a:tr h="26269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779249"/>
                  </a:ext>
                </a:extLst>
              </a:tr>
              <a:tr h="270115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18248"/>
                  </a:ext>
                </a:extLst>
              </a:tr>
              <a:tr h="34467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On-prem CIDRs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DXGW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7701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C010391-6686-4F2F-8B9D-36D171BD9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347"/>
              </p:ext>
            </p:extLst>
          </p:nvPr>
        </p:nvGraphicFramePr>
        <p:xfrm>
          <a:off x="5139062" y="32391"/>
          <a:ext cx="3540454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006">
                  <a:extLst>
                    <a:ext uri="{9D8B030D-6E8A-4147-A177-3AD203B41FA5}">
                      <a16:colId xmlns:a16="http://schemas.microsoft.com/office/drawing/2014/main" val="2148837061"/>
                    </a:ext>
                  </a:extLst>
                </a:gridCol>
                <a:gridCol w="2577448">
                  <a:extLst>
                    <a:ext uri="{9D8B030D-6E8A-4147-A177-3AD203B41FA5}">
                      <a16:colId xmlns:a16="http://schemas.microsoft.com/office/drawing/2014/main" val="959971"/>
                    </a:ext>
                  </a:extLst>
                </a:gridCol>
              </a:tblGrid>
              <a:tr h="19550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Prod Route Table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036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0.0.0.0/0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Static to Internet via NetHub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665440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NetHub (optional)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591120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89892"/>
                  </a:ext>
                </a:extLst>
              </a:tr>
              <a:tr h="153608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10.0.16.0/21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86434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033567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7520"/>
                  </a:ext>
                </a:extLst>
              </a:tr>
              <a:tr h="16618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973306"/>
                  </a:ext>
                </a:extLst>
              </a:tr>
              <a:tr h="153608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0304"/>
                  </a:ext>
                </a:extLst>
              </a:tr>
              <a:tr h="17317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On-prem CIDRs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DXGW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46437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8F6CAC1-93FD-4DD9-BA66-D58768BF7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500041"/>
              </p:ext>
            </p:extLst>
          </p:nvPr>
        </p:nvGraphicFramePr>
        <p:xfrm>
          <a:off x="5148733" y="2230365"/>
          <a:ext cx="3529657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262">
                  <a:extLst>
                    <a:ext uri="{9D8B030D-6E8A-4147-A177-3AD203B41FA5}">
                      <a16:colId xmlns:a16="http://schemas.microsoft.com/office/drawing/2014/main" val="2148837061"/>
                    </a:ext>
                  </a:extLst>
                </a:gridCol>
                <a:gridCol w="2063395">
                  <a:extLst>
                    <a:ext uri="{9D8B030D-6E8A-4147-A177-3AD203B41FA5}">
                      <a16:colId xmlns:a16="http://schemas.microsoft.com/office/drawing/2014/main" val="959971"/>
                    </a:ext>
                  </a:extLst>
                </a:gridCol>
              </a:tblGrid>
              <a:tr h="20044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Test Route Table</a:t>
                      </a:r>
                    </a:p>
                  </a:txBody>
                  <a:tcPr>
                    <a:solidFill>
                      <a:srgbClr val="693C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036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0.0.0.0/0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Static to Internet via NetHub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665440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NetHub (optional)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122207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09644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10.0.16.0/21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Prod2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41483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08893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616746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45734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70706"/>
                  </a:ext>
                </a:extLst>
              </a:tr>
              <a:tr h="17007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On-prem CIDRs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DXGW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031696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1E263A0-D6E8-49C9-8E16-5F703CC1F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43202"/>
              </p:ext>
            </p:extLst>
          </p:nvPr>
        </p:nvGraphicFramePr>
        <p:xfrm>
          <a:off x="5156288" y="4437085"/>
          <a:ext cx="3492986" cy="238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028">
                  <a:extLst>
                    <a:ext uri="{9D8B030D-6E8A-4147-A177-3AD203B41FA5}">
                      <a16:colId xmlns:a16="http://schemas.microsoft.com/office/drawing/2014/main" val="2148837061"/>
                    </a:ext>
                  </a:extLst>
                </a:gridCol>
                <a:gridCol w="2041958">
                  <a:extLst>
                    <a:ext uri="{9D8B030D-6E8A-4147-A177-3AD203B41FA5}">
                      <a16:colId xmlns:a16="http://schemas.microsoft.com/office/drawing/2014/main" val="959971"/>
                    </a:ext>
                  </a:extLst>
                </a:gridCol>
              </a:tblGrid>
              <a:tr h="16838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Dev Route Table</a:t>
                      </a:r>
                    </a:p>
                  </a:txBody>
                  <a:tcPr>
                    <a:solidFill>
                      <a:srgbClr val="693C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6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10.0.0.0/16 (prod CIDRs)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Black Hole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82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0.0.0.0/0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Static to Internet via NetHub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665440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NetHub (optional)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67152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10.0.8.100/32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Static to security console via Prod1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60544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10.0.16.100/32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Static to security console via Prod2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049359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05186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10.5.8.0/21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Test2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743236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10.10.0.0/21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804597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10.10.8.0/21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Dev2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54039"/>
                  </a:ext>
                </a:extLst>
              </a:tr>
              <a:tr h="2048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On-prem CIDRs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/>
                          </a:solidFill>
                        </a:rPr>
                        <a:t>Propagated – DXGW Attachment</a:t>
                      </a:r>
                    </a:p>
                  </a:txBody>
                  <a:tcPr marL="45720" marR="45720">
                    <a:solidFill>
                      <a:srgbClr val="693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0731"/>
                  </a:ext>
                </a:extLst>
              </a:tr>
            </a:tbl>
          </a:graphicData>
        </a:graphic>
      </p:graphicFrame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911FB17-A023-475D-B0C0-D8C2CE079071}"/>
              </a:ext>
            </a:extLst>
          </p:cNvPr>
          <p:cNvCxnSpPr>
            <a:cxnSpLocks/>
            <a:stCxn id="77" idx="3"/>
            <a:endCxn id="18" idx="1"/>
          </p:cNvCxnSpPr>
          <p:nvPr/>
        </p:nvCxnSpPr>
        <p:spPr>
          <a:xfrm flipV="1">
            <a:off x="766603" y="3399141"/>
            <a:ext cx="1384194" cy="1247649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60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283</Words>
  <Application>Microsoft Office PowerPoint</Application>
  <PresentationFormat>Widescreen</PresentationFormat>
  <Paragraphs>119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41</cp:revision>
  <dcterms:created xsi:type="dcterms:W3CDTF">2021-11-12T20:48:58Z</dcterms:created>
  <dcterms:modified xsi:type="dcterms:W3CDTF">2021-11-15T20:01:55Z</dcterms:modified>
</cp:coreProperties>
</file>