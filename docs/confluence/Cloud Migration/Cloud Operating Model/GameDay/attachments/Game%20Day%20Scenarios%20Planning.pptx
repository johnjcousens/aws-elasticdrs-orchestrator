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3" r:id="rId2"/>
  </p:sldMasterIdLst>
  <p:notesMasterIdLst>
    <p:notesMasterId r:id="rId12"/>
  </p:notesMasterIdLst>
  <p:sldIdLst>
    <p:sldId id="285" r:id="rId3"/>
    <p:sldId id="361" r:id="rId4"/>
    <p:sldId id="362" r:id="rId5"/>
    <p:sldId id="363" r:id="rId6"/>
    <p:sldId id="364" r:id="rId7"/>
    <p:sldId id="365" r:id="rId8"/>
    <p:sldId id="367" r:id="rId9"/>
    <p:sldId id="368" r:id="rId10"/>
    <p:sldId id="369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244D08-34DF-6C4C-8B1F-411A6ED02587}">
          <p14:sldIdLst/>
        </p14:section>
        <p14:section name="Untitled Section" id="{BCE4D5AB-0336-3941-8361-9557D0D556FB}">
          <p14:sldIdLst>
            <p14:sldId id="285"/>
            <p14:sldId id="361"/>
            <p14:sldId id="362"/>
            <p14:sldId id="363"/>
            <p14:sldId id="364"/>
            <p14:sldId id="365"/>
            <p14:sldId id="367"/>
            <p14:sldId id="368"/>
            <p14:sldId id="3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44">
          <p15:clr>
            <a:srgbClr val="A4A3A4"/>
          </p15:clr>
        </p15:guide>
        <p15:guide id="2" orient="horz" pos="2898">
          <p15:clr>
            <a:srgbClr val="A4A3A4"/>
          </p15:clr>
        </p15:guide>
        <p15:guide id="3" orient="horz" pos="2412">
          <p15:clr>
            <a:srgbClr val="A4A3A4"/>
          </p15:clr>
        </p15:guide>
        <p15:guide id="4" orient="horz" pos="3196">
          <p15:clr>
            <a:srgbClr val="A4A3A4"/>
          </p15:clr>
        </p15:guide>
        <p15:guide id="5" orient="horz" pos="1350">
          <p15:clr>
            <a:srgbClr val="A4A3A4"/>
          </p15:clr>
        </p15:guide>
        <p15:guide id="6" orient="horz" pos="1378">
          <p15:clr>
            <a:srgbClr val="A4A3A4"/>
          </p15:clr>
        </p15:guide>
        <p15:guide id="7" orient="horz" pos="2078">
          <p15:clr>
            <a:srgbClr val="A4A3A4"/>
          </p15:clr>
        </p15:guide>
        <p15:guide id="8" orient="horz" pos="125">
          <p15:clr>
            <a:srgbClr val="A4A3A4"/>
          </p15:clr>
        </p15:guide>
        <p15:guide id="9" orient="horz" pos="2106">
          <p15:clr>
            <a:srgbClr val="A4A3A4"/>
          </p15:clr>
        </p15:guide>
        <p15:guide id="10" orient="horz" pos="2859">
          <p15:clr>
            <a:srgbClr val="A4A3A4"/>
          </p15:clr>
        </p15:guide>
        <p15:guide id="11" pos="960">
          <p15:clr>
            <a:srgbClr val="A4A3A4"/>
          </p15:clr>
        </p15:guide>
        <p15:guide id="12" pos="1755">
          <p15:clr>
            <a:srgbClr val="A4A3A4"/>
          </p15:clr>
        </p15:guide>
        <p15:guide id="13" pos="2883">
          <p15:clr>
            <a:srgbClr val="A4A3A4"/>
          </p15:clr>
        </p15:guide>
        <p15:guide id="14" pos="2519">
          <p15:clr>
            <a:srgbClr val="A4A3A4"/>
          </p15:clr>
        </p15:guide>
        <p15:guide id="15" pos="4790">
          <p15:clr>
            <a:srgbClr val="A4A3A4"/>
          </p15:clr>
        </p15:guide>
        <p15:guide id="16" pos="2487">
          <p15:clr>
            <a:srgbClr val="A4A3A4"/>
          </p15:clr>
        </p15:guide>
        <p15:guide id="17" pos="1722">
          <p15:clr>
            <a:srgbClr val="A4A3A4"/>
          </p15:clr>
        </p15:guide>
        <p15:guide id="18" pos="987">
          <p15:clr>
            <a:srgbClr val="A4A3A4"/>
          </p15:clr>
        </p15:guide>
        <p15:guide id="19" pos="4818">
          <p15:clr>
            <a:srgbClr val="A4A3A4"/>
          </p15:clr>
        </p15:guide>
        <p15:guide id="20" pos="3257">
          <p15:clr>
            <a:srgbClr val="A4A3A4"/>
          </p15:clr>
        </p15:guide>
        <p15:guide id="21">
          <p15:clr>
            <a:srgbClr val="A4A3A4"/>
          </p15:clr>
        </p15:guide>
        <p15:guide id="22" pos="3285">
          <p15:clr>
            <a:srgbClr val="A4A3A4"/>
          </p15:clr>
        </p15:guide>
        <p15:guide id="23" pos="4022">
          <p15:clr>
            <a:srgbClr val="A4A3A4"/>
          </p15:clr>
        </p15:guide>
        <p15:guide id="24" pos="4053">
          <p15:clr>
            <a:srgbClr val="A4A3A4"/>
          </p15:clr>
        </p15:guide>
        <p15:guide id="25" pos="5544">
          <p15:clr>
            <a:srgbClr val="A4A3A4"/>
          </p15:clr>
        </p15:guide>
        <p15:guide id="26" pos="220">
          <p15:clr>
            <a:srgbClr val="A4A3A4"/>
          </p15:clr>
        </p15:guide>
        <p15:guide id="27" pos="348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talano, Alec" initials="" lastIdx="23" clrIdx="0"/>
  <p:cmAuthor id="1" name="Alec Catalano" initials="" lastIdx="1" clrIdx="1"/>
  <p:cmAuthor id="2" name="Jen Witsoe" initials="JW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DBDB"/>
    <a:srgbClr val="C6C6C6"/>
    <a:srgbClr val="595A5D"/>
    <a:srgbClr val="414042"/>
    <a:srgbClr val="DCDCDC"/>
    <a:srgbClr val="4F81BD"/>
    <a:srgbClr val="0C9B2E"/>
    <a:srgbClr val="FFFAD0"/>
    <a:srgbClr val="FFF8AE"/>
    <a:srgbClr val="FCB6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07" autoAdjust="0"/>
    <p:restoredTop sz="95487" autoAdjust="0"/>
  </p:normalViewPr>
  <p:slideViewPr>
    <p:cSldViewPr snapToGrid="0" showGuides="1">
      <p:cViewPr varScale="1">
        <p:scale>
          <a:sx n="225" d="100"/>
          <a:sy n="225" d="100"/>
        </p:scale>
        <p:origin x="160" y="192"/>
      </p:cViewPr>
      <p:guideLst>
        <p:guide orient="horz" pos="644"/>
        <p:guide orient="horz" pos="2898"/>
        <p:guide orient="horz" pos="2412"/>
        <p:guide orient="horz" pos="3196"/>
        <p:guide orient="horz" pos="1350"/>
        <p:guide orient="horz" pos="1378"/>
        <p:guide orient="horz" pos="2078"/>
        <p:guide orient="horz" pos="125"/>
        <p:guide orient="horz" pos="2106"/>
        <p:guide orient="horz" pos="2859"/>
        <p:guide pos="960"/>
        <p:guide pos="1755"/>
        <p:guide pos="2883"/>
        <p:guide pos="2519"/>
        <p:guide pos="4790"/>
        <p:guide pos="2487"/>
        <p:guide pos="1722"/>
        <p:guide pos="987"/>
        <p:guide pos="4818"/>
        <p:guide pos="3257"/>
        <p:guide/>
        <p:guide pos="3285"/>
        <p:guide pos="4022"/>
        <p:guide pos="4053"/>
        <p:guide pos="5544"/>
        <p:guide pos="220"/>
        <p:guide pos="34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6A8C35-1183-4DEE-91F6-FF2DA3D3CA44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7B726C8-000F-44DA-9B96-1BCB4C79273B}">
      <dgm:prSet phldrT="[Text]"/>
      <dgm:spPr/>
      <dgm:t>
        <a:bodyPr/>
        <a:lstStyle/>
        <a:p>
          <a:r>
            <a:rPr lang="en-US" dirty="0"/>
            <a:t>1. Identify human resources and assign roles</a:t>
          </a:r>
          <a:endParaRPr lang="en-GB" dirty="0"/>
        </a:p>
      </dgm:t>
    </dgm:pt>
    <dgm:pt modelId="{25E82A2C-1ECF-4DA7-BAC2-A6C79A39C212}" type="parTrans" cxnId="{1AAF5349-3273-4F92-B3ED-0551D982478D}">
      <dgm:prSet/>
      <dgm:spPr/>
      <dgm:t>
        <a:bodyPr/>
        <a:lstStyle/>
        <a:p>
          <a:endParaRPr lang="en-GB"/>
        </a:p>
      </dgm:t>
    </dgm:pt>
    <dgm:pt modelId="{0717FE04-D7CB-4AC1-A7D6-B7234F3B3B80}" type="sibTrans" cxnId="{1AAF5349-3273-4F92-B3ED-0551D982478D}">
      <dgm:prSet/>
      <dgm:spPr/>
      <dgm:t>
        <a:bodyPr/>
        <a:lstStyle/>
        <a:p>
          <a:endParaRPr lang="en-GB"/>
        </a:p>
      </dgm:t>
    </dgm:pt>
    <dgm:pt modelId="{7C1E61FC-0834-4466-A029-DC6F80DBC85C}">
      <dgm:prSet/>
      <dgm:spPr/>
      <dgm:t>
        <a:bodyPr/>
        <a:lstStyle/>
        <a:p>
          <a:r>
            <a:rPr lang="en-US" dirty="0">
              <a:solidFill>
                <a:srgbClr val="00B050"/>
              </a:solidFill>
            </a:rPr>
            <a:t>Identify a team to plan the IR game day (3-8 people)</a:t>
          </a:r>
          <a:endParaRPr lang="en-GB" dirty="0">
            <a:solidFill>
              <a:srgbClr val="00B050"/>
            </a:solidFill>
          </a:endParaRPr>
        </a:p>
      </dgm:t>
    </dgm:pt>
    <dgm:pt modelId="{8BE6FE26-A642-41DD-813A-F9E625E865A3}" type="parTrans" cxnId="{56EA20C2-C6A0-4D31-84EE-29B309574074}">
      <dgm:prSet/>
      <dgm:spPr/>
      <dgm:t>
        <a:bodyPr/>
        <a:lstStyle/>
        <a:p>
          <a:endParaRPr lang="en-GB"/>
        </a:p>
      </dgm:t>
    </dgm:pt>
    <dgm:pt modelId="{E670D24D-01F5-4BB2-A33D-30F30D70749E}" type="sibTrans" cxnId="{56EA20C2-C6A0-4D31-84EE-29B309574074}">
      <dgm:prSet/>
      <dgm:spPr/>
      <dgm:t>
        <a:bodyPr/>
        <a:lstStyle/>
        <a:p>
          <a:endParaRPr lang="en-GB"/>
        </a:p>
      </dgm:t>
    </dgm:pt>
    <dgm:pt modelId="{CB14B9A4-D323-4E7B-889A-59A10C8E91C9}">
      <dgm:prSet/>
      <dgm:spPr/>
      <dgm:t>
        <a:bodyPr/>
        <a:lstStyle/>
        <a:p>
          <a:r>
            <a:rPr lang="en-US" dirty="0">
              <a:solidFill>
                <a:srgbClr val="00B050"/>
              </a:solidFill>
            </a:rPr>
            <a:t>Identify the game developer (attacker)</a:t>
          </a:r>
          <a:endParaRPr lang="en-GB" dirty="0">
            <a:solidFill>
              <a:srgbClr val="00B050"/>
            </a:solidFill>
          </a:endParaRPr>
        </a:p>
      </dgm:t>
    </dgm:pt>
    <dgm:pt modelId="{D4F26A69-96EC-4C6A-97BC-631FDBEDFE72}" type="parTrans" cxnId="{5E57C8AF-4B99-4985-9652-57705E82B961}">
      <dgm:prSet/>
      <dgm:spPr/>
      <dgm:t>
        <a:bodyPr/>
        <a:lstStyle/>
        <a:p>
          <a:endParaRPr lang="en-GB"/>
        </a:p>
      </dgm:t>
    </dgm:pt>
    <dgm:pt modelId="{40211272-D29E-49E9-9FA2-2217D94D1267}" type="sibTrans" cxnId="{5E57C8AF-4B99-4985-9652-57705E82B961}">
      <dgm:prSet/>
      <dgm:spPr/>
      <dgm:t>
        <a:bodyPr/>
        <a:lstStyle/>
        <a:p>
          <a:endParaRPr lang="en-GB"/>
        </a:p>
      </dgm:t>
    </dgm:pt>
    <dgm:pt modelId="{D3AF9759-2ACD-4286-834A-1D7F6C6AA3FF}">
      <dgm:prSet/>
      <dgm:spPr/>
      <dgm:t>
        <a:bodyPr/>
        <a:lstStyle/>
        <a:p>
          <a:r>
            <a:rPr lang="en-US" dirty="0">
              <a:solidFill>
                <a:srgbClr val="00B050"/>
              </a:solidFill>
            </a:rPr>
            <a:t>Identify game tester (quality control for the game)</a:t>
          </a:r>
          <a:endParaRPr lang="en-GB" dirty="0">
            <a:solidFill>
              <a:srgbClr val="00B050"/>
            </a:solidFill>
          </a:endParaRPr>
        </a:p>
      </dgm:t>
    </dgm:pt>
    <dgm:pt modelId="{397CABF5-0E73-4B92-BF7A-FD50E417A334}" type="parTrans" cxnId="{85EFFF10-AD9C-4DF1-BB36-14DA3B651428}">
      <dgm:prSet/>
      <dgm:spPr/>
      <dgm:t>
        <a:bodyPr/>
        <a:lstStyle/>
        <a:p>
          <a:endParaRPr lang="en-GB"/>
        </a:p>
      </dgm:t>
    </dgm:pt>
    <dgm:pt modelId="{943C2F5B-EEBD-4236-8F5F-FA307109324D}" type="sibTrans" cxnId="{85EFFF10-AD9C-4DF1-BB36-14DA3B651428}">
      <dgm:prSet/>
      <dgm:spPr/>
      <dgm:t>
        <a:bodyPr/>
        <a:lstStyle/>
        <a:p>
          <a:endParaRPr lang="en-GB"/>
        </a:p>
      </dgm:t>
    </dgm:pt>
    <dgm:pt modelId="{D95760BC-D0E2-4C42-ADB0-B43A24817543}">
      <dgm:prSet/>
      <dgm:spPr/>
      <dgm:t>
        <a:bodyPr/>
        <a:lstStyle/>
        <a:p>
          <a:r>
            <a:rPr lang="en-US" dirty="0">
              <a:solidFill>
                <a:srgbClr val="00B050"/>
              </a:solidFill>
            </a:rPr>
            <a:t>Identify facilitator for the day of the event</a:t>
          </a:r>
          <a:endParaRPr lang="en-GB" dirty="0">
            <a:solidFill>
              <a:srgbClr val="00B050"/>
            </a:solidFill>
          </a:endParaRPr>
        </a:p>
      </dgm:t>
    </dgm:pt>
    <dgm:pt modelId="{7B11FC74-73F7-4AEC-81A7-F4BAF14C52DF}" type="parTrans" cxnId="{3F10569A-5C53-40DE-96E9-2B5D50998C79}">
      <dgm:prSet/>
      <dgm:spPr/>
      <dgm:t>
        <a:bodyPr/>
        <a:lstStyle/>
        <a:p>
          <a:endParaRPr lang="en-GB"/>
        </a:p>
      </dgm:t>
    </dgm:pt>
    <dgm:pt modelId="{8572C9BE-52B8-4695-9551-43AB31A00443}" type="sibTrans" cxnId="{3F10569A-5C53-40DE-96E9-2B5D50998C79}">
      <dgm:prSet/>
      <dgm:spPr/>
      <dgm:t>
        <a:bodyPr/>
        <a:lstStyle/>
        <a:p>
          <a:endParaRPr lang="en-GB"/>
        </a:p>
      </dgm:t>
    </dgm:pt>
    <dgm:pt modelId="{5E494C54-0846-47E1-A3F5-218E786A11A0}">
      <dgm:prSet/>
      <dgm:spPr/>
      <dgm:t>
        <a:bodyPr/>
        <a:lstStyle/>
        <a:p>
          <a:r>
            <a:rPr lang="en-US" dirty="0">
              <a:solidFill>
                <a:srgbClr val="00B050"/>
              </a:solidFill>
            </a:rPr>
            <a:t>Identify participating teams (synthetic or actual responders)</a:t>
          </a:r>
          <a:endParaRPr lang="en-GB" dirty="0">
            <a:solidFill>
              <a:srgbClr val="00B050"/>
            </a:solidFill>
          </a:endParaRPr>
        </a:p>
      </dgm:t>
    </dgm:pt>
    <dgm:pt modelId="{AEF91E86-7CC4-4DC6-9A00-3C5A971DA18F}" type="parTrans" cxnId="{0FE0BEEE-7C2D-4CEA-8EBB-F26A0CB53F3F}">
      <dgm:prSet/>
      <dgm:spPr/>
      <dgm:t>
        <a:bodyPr/>
        <a:lstStyle/>
        <a:p>
          <a:endParaRPr lang="en-GB"/>
        </a:p>
      </dgm:t>
    </dgm:pt>
    <dgm:pt modelId="{16D563A1-E758-45C9-89A9-F5E9B2EBC404}" type="sibTrans" cxnId="{0FE0BEEE-7C2D-4CEA-8EBB-F26A0CB53F3F}">
      <dgm:prSet/>
      <dgm:spPr/>
      <dgm:t>
        <a:bodyPr/>
        <a:lstStyle/>
        <a:p>
          <a:endParaRPr lang="en-GB"/>
        </a:p>
      </dgm:t>
    </dgm:pt>
    <dgm:pt modelId="{0D5D75BC-4B8C-4735-A2E6-327A0B2DDA8D}">
      <dgm:prSet/>
      <dgm:spPr/>
      <dgm:t>
        <a:bodyPr/>
        <a:lstStyle/>
        <a:p>
          <a:r>
            <a:rPr lang="en-US" dirty="0"/>
            <a:t>Identify individual participants (Operations responders/gamers)</a:t>
          </a:r>
          <a:endParaRPr lang="en-GB" dirty="0"/>
        </a:p>
      </dgm:t>
    </dgm:pt>
    <dgm:pt modelId="{B84B45DA-0DFC-4BDE-AFB3-6B1311E7D62D}" type="parTrans" cxnId="{904CC4E9-3196-4C2A-9960-B94F95C44587}">
      <dgm:prSet/>
      <dgm:spPr/>
      <dgm:t>
        <a:bodyPr/>
        <a:lstStyle/>
        <a:p>
          <a:endParaRPr lang="en-GB"/>
        </a:p>
      </dgm:t>
    </dgm:pt>
    <dgm:pt modelId="{976E174F-4F92-4209-AD7A-63A63B05A538}" type="sibTrans" cxnId="{904CC4E9-3196-4C2A-9960-B94F95C44587}">
      <dgm:prSet/>
      <dgm:spPr/>
      <dgm:t>
        <a:bodyPr/>
        <a:lstStyle/>
        <a:p>
          <a:endParaRPr lang="en-GB"/>
        </a:p>
      </dgm:t>
    </dgm:pt>
    <dgm:pt modelId="{02577367-85F4-4075-A4BA-91D673ED48DD}">
      <dgm:prSet/>
      <dgm:spPr/>
      <dgm:t>
        <a:bodyPr/>
        <a:lstStyle/>
        <a:p>
          <a:r>
            <a:rPr lang="en-GB" dirty="0"/>
            <a:t>2. Conceptualize the game</a:t>
          </a:r>
        </a:p>
      </dgm:t>
    </dgm:pt>
    <dgm:pt modelId="{22D47D6B-5582-4E86-BACA-B5CA3CA4752E}" type="parTrans" cxnId="{E24E8FCF-ABC7-499E-80A5-95728DAC8B48}">
      <dgm:prSet/>
      <dgm:spPr/>
      <dgm:t>
        <a:bodyPr/>
        <a:lstStyle/>
        <a:p>
          <a:endParaRPr lang="en-GB"/>
        </a:p>
      </dgm:t>
    </dgm:pt>
    <dgm:pt modelId="{19F49042-4D03-4606-AD56-6BEB28B10C52}" type="sibTrans" cxnId="{E24E8FCF-ABC7-499E-80A5-95728DAC8B48}">
      <dgm:prSet/>
      <dgm:spPr/>
      <dgm:t>
        <a:bodyPr/>
        <a:lstStyle/>
        <a:p>
          <a:endParaRPr lang="en-GB"/>
        </a:p>
      </dgm:t>
    </dgm:pt>
    <dgm:pt modelId="{76C20658-8AE4-4A59-977E-8DE592124A0B}">
      <dgm:prSet/>
      <dgm:spPr/>
      <dgm:t>
        <a:bodyPr/>
        <a:lstStyle/>
        <a:p>
          <a:r>
            <a:rPr lang="en-US" dirty="0">
              <a:solidFill>
                <a:srgbClr val="00B050"/>
              </a:solidFill>
            </a:rPr>
            <a:t>Identify goals for the event</a:t>
          </a:r>
          <a:endParaRPr lang="en-GB" dirty="0">
            <a:solidFill>
              <a:srgbClr val="00B050"/>
            </a:solidFill>
          </a:endParaRPr>
        </a:p>
      </dgm:t>
    </dgm:pt>
    <dgm:pt modelId="{06F3489E-F05D-4A24-B665-547E66CEDB6A}" type="parTrans" cxnId="{84586514-AFE7-4ADF-8C86-7EC92D9F7FF3}">
      <dgm:prSet/>
      <dgm:spPr/>
      <dgm:t>
        <a:bodyPr/>
        <a:lstStyle/>
        <a:p>
          <a:endParaRPr lang="en-GB"/>
        </a:p>
      </dgm:t>
    </dgm:pt>
    <dgm:pt modelId="{1E43DE62-6F75-47A8-A1E6-319167A965DB}" type="sibTrans" cxnId="{84586514-AFE7-4ADF-8C86-7EC92D9F7FF3}">
      <dgm:prSet/>
      <dgm:spPr/>
      <dgm:t>
        <a:bodyPr/>
        <a:lstStyle/>
        <a:p>
          <a:endParaRPr lang="en-GB"/>
        </a:p>
      </dgm:t>
    </dgm:pt>
    <dgm:pt modelId="{DF33F979-4926-4D70-9353-933B8E0C5885}">
      <dgm:prSet/>
      <dgm:spPr/>
      <dgm:t>
        <a:bodyPr/>
        <a:lstStyle/>
        <a:p>
          <a:r>
            <a:rPr lang="en-US" dirty="0">
              <a:solidFill>
                <a:srgbClr val="00B050"/>
              </a:solidFill>
            </a:rPr>
            <a:t>Select a IR game day incident scenario (draft)</a:t>
          </a:r>
          <a:endParaRPr lang="en-GB" dirty="0">
            <a:solidFill>
              <a:srgbClr val="00B050"/>
            </a:solidFill>
          </a:endParaRPr>
        </a:p>
      </dgm:t>
    </dgm:pt>
    <dgm:pt modelId="{EA5E8E45-819E-4708-9533-C981E4275034}" type="parTrans" cxnId="{02EC9F3C-31A9-4CD0-97BA-F924560273C5}">
      <dgm:prSet/>
      <dgm:spPr/>
      <dgm:t>
        <a:bodyPr/>
        <a:lstStyle/>
        <a:p>
          <a:endParaRPr lang="en-GB"/>
        </a:p>
      </dgm:t>
    </dgm:pt>
    <dgm:pt modelId="{1C05231A-46E8-4544-BC4E-A9468B21127B}" type="sibTrans" cxnId="{02EC9F3C-31A9-4CD0-97BA-F924560273C5}">
      <dgm:prSet/>
      <dgm:spPr/>
      <dgm:t>
        <a:bodyPr/>
        <a:lstStyle/>
        <a:p>
          <a:endParaRPr lang="en-GB"/>
        </a:p>
      </dgm:t>
    </dgm:pt>
    <dgm:pt modelId="{3450AD02-9186-49C3-9AE7-63EDB6E521A2}">
      <dgm:prSet/>
      <dgm:spPr/>
      <dgm:t>
        <a:bodyPr/>
        <a:lstStyle/>
        <a:p>
          <a:r>
            <a:rPr lang="en-US" dirty="0">
              <a:solidFill>
                <a:srgbClr val="00B050"/>
              </a:solidFill>
            </a:rPr>
            <a:t>Identify the trigger that engages incident response</a:t>
          </a:r>
          <a:endParaRPr lang="en-GB" dirty="0">
            <a:solidFill>
              <a:srgbClr val="00B050"/>
            </a:solidFill>
          </a:endParaRPr>
        </a:p>
      </dgm:t>
    </dgm:pt>
    <dgm:pt modelId="{AD96D5A4-510B-40EB-8DEB-4759B6903499}" type="parTrans" cxnId="{4B053626-1E27-44F0-85EB-C52129ED5309}">
      <dgm:prSet/>
      <dgm:spPr/>
      <dgm:t>
        <a:bodyPr/>
        <a:lstStyle/>
        <a:p>
          <a:endParaRPr lang="en-GB"/>
        </a:p>
      </dgm:t>
    </dgm:pt>
    <dgm:pt modelId="{AAFE491E-2DE6-41BB-9481-3AD471FB7D0F}" type="sibTrans" cxnId="{4B053626-1E27-44F0-85EB-C52129ED5309}">
      <dgm:prSet/>
      <dgm:spPr/>
      <dgm:t>
        <a:bodyPr/>
        <a:lstStyle/>
        <a:p>
          <a:endParaRPr lang="en-GB"/>
        </a:p>
      </dgm:t>
    </dgm:pt>
    <dgm:pt modelId="{3C0168B1-0280-4299-AD1C-2EB71AB5C0AE}">
      <dgm:prSet/>
      <dgm:spPr/>
      <dgm:t>
        <a:bodyPr/>
        <a:lstStyle/>
        <a:p>
          <a:r>
            <a:rPr lang="fr-FR" dirty="0">
              <a:solidFill>
                <a:srgbClr val="00B050"/>
              </a:solidFill>
            </a:rPr>
            <a:t>Develop game description (1 page)</a:t>
          </a:r>
          <a:endParaRPr lang="en-GB" dirty="0">
            <a:solidFill>
              <a:srgbClr val="00B050"/>
            </a:solidFill>
          </a:endParaRPr>
        </a:p>
      </dgm:t>
    </dgm:pt>
    <dgm:pt modelId="{B0E9AE3D-707A-475A-855D-4B98D800FC3C}" type="parTrans" cxnId="{00BAA114-6FFB-4C79-8CF6-501375951E7B}">
      <dgm:prSet/>
      <dgm:spPr/>
      <dgm:t>
        <a:bodyPr/>
        <a:lstStyle/>
        <a:p>
          <a:endParaRPr lang="en-GB"/>
        </a:p>
      </dgm:t>
    </dgm:pt>
    <dgm:pt modelId="{1CE23B1A-B6D5-4A40-8431-3BD3BA025A5C}" type="sibTrans" cxnId="{00BAA114-6FFB-4C79-8CF6-501375951E7B}">
      <dgm:prSet/>
      <dgm:spPr/>
      <dgm:t>
        <a:bodyPr/>
        <a:lstStyle/>
        <a:p>
          <a:endParaRPr lang="en-GB"/>
        </a:p>
      </dgm:t>
    </dgm:pt>
    <dgm:pt modelId="{C5EB5FDB-B985-4770-917D-2433C5FD6C73}">
      <dgm:prSet/>
      <dgm:spPr/>
      <dgm:t>
        <a:bodyPr/>
        <a:lstStyle/>
        <a:p>
          <a:r>
            <a:rPr lang="en-US" dirty="0">
              <a:solidFill>
                <a:srgbClr val="00B050"/>
              </a:solidFill>
            </a:rPr>
            <a:t>Identify if the game will be re-used (process)</a:t>
          </a:r>
          <a:endParaRPr lang="en-GB" dirty="0">
            <a:solidFill>
              <a:srgbClr val="00B050"/>
            </a:solidFill>
          </a:endParaRPr>
        </a:p>
      </dgm:t>
    </dgm:pt>
    <dgm:pt modelId="{9324EE8B-CFFF-4BF5-8DFD-339B1F05C524}" type="parTrans" cxnId="{CA232B62-51D7-4906-AF97-165CA9A11DE6}">
      <dgm:prSet/>
      <dgm:spPr/>
      <dgm:t>
        <a:bodyPr/>
        <a:lstStyle/>
        <a:p>
          <a:endParaRPr lang="en-GB"/>
        </a:p>
      </dgm:t>
    </dgm:pt>
    <dgm:pt modelId="{A6F7D7E7-DC74-44CB-922C-2AF363EC3FEB}" type="sibTrans" cxnId="{CA232B62-51D7-4906-AF97-165CA9A11DE6}">
      <dgm:prSet/>
      <dgm:spPr/>
      <dgm:t>
        <a:bodyPr/>
        <a:lstStyle/>
        <a:p>
          <a:endParaRPr lang="en-GB"/>
        </a:p>
      </dgm:t>
    </dgm:pt>
    <dgm:pt modelId="{ABE96144-4F4B-4C6D-9F10-153FB26A159B}">
      <dgm:prSet/>
      <dgm:spPr/>
      <dgm:t>
        <a:bodyPr/>
        <a:lstStyle/>
        <a:p>
          <a:r>
            <a:rPr lang="en-US" dirty="0"/>
            <a:t>Identify new/modified system architecture</a:t>
          </a:r>
          <a:endParaRPr lang="en-GB" dirty="0"/>
        </a:p>
      </dgm:t>
    </dgm:pt>
    <dgm:pt modelId="{31E3A6B7-9AB9-4230-BFB8-01A0F3E8C363}" type="parTrans" cxnId="{C9441C2F-F1E1-435B-90C0-0D0A3B907216}">
      <dgm:prSet/>
      <dgm:spPr/>
      <dgm:t>
        <a:bodyPr/>
        <a:lstStyle/>
        <a:p>
          <a:endParaRPr lang="en-GB"/>
        </a:p>
      </dgm:t>
    </dgm:pt>
    <dgm:pt modelId="{C9E401FF-A958-4432-93A7-F19627F5AC57}" type="sibTrans" cxnId="{C9441C2F-F1E1-435B-90C0-0D0A3B907216}">
      <dgm:prSet/>
      <dgm:spPr/>
      <dgm:t>
        <a:bodyPr/>
        <a:lstStyle/>
        <a:p>
          <a:endParaRPr lang="en-GB"/>
        </a:p>
      </dgm:t>
    </dgm:pt>
    <dgm:pt modelId="{6F969E13-A545-47E4-BAF2-A11F1E7BBDB5}">
      <dgm:prSet/>
      <dgm:spPr/>
      <dgm:t>
        <a:bodyPr/>
        <a:lstStyle/>
        <a:p>
          <a:r>
            <a:rPr lang="en-US" dirty="0"/>
            <a:t>Identify new/modified response procedures</a:t>
          </a:r>
          <a:endParaRPr lang="en-GB" dirty="0"/>
        </a:p>
      </dgm:t>
    </dgm:pt>
    <dgm:pt modelId="{38EBDFDB-9B02-4AF3-9401-25EB76E312C0}" type="parTrans" cxnId="{C97CEFEC-8075-4A4A-9BF3-CE451AF69FF0}">
      <dgm:prSet/>
      <dgm:spPr/>
      <dgm:t>
        <a:bodyPr/>
        <a:lstStyle/>
        <a:p>
          <a:endParaRPr lang="en-GB"/>
        </a:p>
      </dgm:t>
    </dgm:pt>
    <dgm:pt modelId="{518A3859-1829-45B6-BB05-F82222FE600E}" type="sibTrans" cxnId="{C97CEFEC-8075-4A4A-9BF3-CE451AF69FF0}">
      <dgm:prSet/>
      <dgm:spPr/>
      <dgm:t>
        <a:bodyPr/>
        <a:lstStyle/>
        <a:p>
          <a:endParaRPr lang="en-GB"/>
        </a:p>
      </dgm:t>
    </dgm:pt>
    <dgm:pt modelId="{0D6CDEC6-7502-4106-A02E-7BD68722395A}">
      <dgm:prSet/>
      <dgm:spPr/>
      <dgm:t>
        <a:bodyPr/>
        <a:lstStyle/>
        <a:p>
          <a:r>
            <a:rPr lang="en-US" dirty="0"/>
            <a:t>Identify synthetic (simulated) parts of the game</a:t>
          </a:r>
          <a:endParaRPr lang="en-GB" dirty="0"/>
        </a:p>
      </dgm:t>
    </dgm:pt>
    <dgm:pt modelId="{6278BC59-1E08-431C-86F6-8104C29EBA38}" type="parTrans" cxnId="{E74C6EB6-0338-41DB-A937-EFBF040800C1}">
      <dgm:prSet/>
      <dgm:spPr/>
      <dgm:t>
        <a:bodyPr/>
        <a:lstStyle/>
        <a:p>
          <a:endParaRPr lang="en-GB"/>
        </a:p>
      </dgm:t>
    </dgm:pt>
    <dgm:pt modelId="{6C78E018-25C1-4135-9FC9-A28D24D4FF91}" type="sibTrans" cxnId="{E74C6EB6-0338-41DB-A937-EFBF040800C1}">
      <dgm:prSet/>
      <dgm:spPr/>
      <dgm:t>
        <a:bodyPr/>
        <a:lstStyle/>
        <a:p>
          <a:endParaRPr lang="en-GB"/>
        </a:p>
      </dgm:t>
    </dgm:pt>
    <dgm:pt modelId="{A4B94C00-5DAA-44DD-B4EC-0D3A874C5BB7}">
      <dgm:prSet/>
      <dgm:spPr/>
      <dgm:t>
        <a:bodyPr/>
        <a:lstStyle/>
        <a:p>
          <a:r>
            <a:rPr lang="en-US" dirty="0"/>
            <a:t>Identify forensic trail implants for the game</a:t>
          </a:r>
          <a:endParaRPr lang="en-GB" dirty="0"/>
        </a:p>
      </dgm:t>
    </dgm:pt>
    <dgm:pt modelId="{FFDAF21E-5A95-44EB-ACB0-8B11CAF19FCA}" type="parTrans" cxnId="{41350B41-C2EA-4F44-B735-0C10D5342162}">
      <dgm:prSet/>
      <dgm:spPr/>
      <dgm:t>
        <a:bodyPr/>
        <a:lstStyle/>
        <a:p>
          <a:endParaRPr lang="en-GB"/>
        </a:p>
      </dgm:t>
    </dgm:pt>
    <dgm:pt modelId="{6B8DF139-5354-47A1-9535-0E7DBED70670}" type="sibTrans" cxnId="{41350B41-C2EA-4F44-B735-0C10D5342162}">
      <dgm:prSet/>
      <dgm:spPr/>
      <dgm:t>
        <a:bodyPr/>
        <a:lstStyle/>
        <a:p>
          <a:endParaRPr lang="en-GB"/>
        </a:p>
      </dgm:t>
    </dgm:pt>
    <dgm:pt modelId="{F1A180D4-C3E0-4C3B-95D0-82CF1A5AE82D}">
      <dgm:prSet/>
      <dgm:spPr/>
      <dgm:t>
        <a:bodyPr/>
        <a:lstStyle/>
        <a:p>
          <a:r>
            <a:rPr lang="en-US" dirty="0"/>
            <a:t>Identify active components of the game</a:t>
          </a:r>
          <a:endParaRPr lang="en-GB" dirty="0"/>
        </a:p>
      </dgm:t>
    </dgm:pt>
    <dgm:pt modelId="{FA75049C-3FAB-404B-AEBD-F6424CE31F87}" type="parTrans" cxnId="{9D5C4974-528C-4B25-8B76-FB47E5409B17}">
      <dgm:prSet/>
      <dgm:spPr/>
      <dgm:t>
        <a:bodyPr/>
        <a:lstStyle/>
        <a:p>
          <a:endParaRPr lang="en-GB"/>
        </a:p>
      </dgm:t>
    </dgm:pt>
    <dgm:pt modelId="{6D10BC08-05CB-4E06-8D44-E6C565D7FCE2}" type="sibTrans" cxnId="{9D5C4974-528C-4B25-8B76-FB47E5409B17}">
      <dgm:prSet/>
      <dgm:spPr/>
      <dgm:t>
        <a:bodyPr/>
        <a:lstStyle/>
        <a:p>
          <a:endParaRPr lang="en-GB"/>
        </a:p>
      </dgm:t>
    </dgm:pt>
    <dgm:pt modelId="{9098671F-4620-403C-9EEB-40BD3204CCC3}">
      <dgm:prSet/>
      <dgm:spPr/>
      <dgm:t>
        <a:bodyPr/>
        <a:lstStyle/>
        <a:p>
          <a:r>
            <a:rPr lang="en-US" dirty="0"/>
            <a:t>Identify access and game pre-requisites for participants</a:t>
          </a:r>
          <a:endParaRPr lang="en-GB" dirty="0"/>
        </a:p>
      </dgm:t>
    </dgm:pt>
    <dgm:pt modelId="{D9D95A20-E399-4386-B22D-598AD68A1A36}" type="parTrans" cxnId="{01560931-D05C-4E29-A8AF-E470EF97F578}">
      <dgm:prSet/>
      <dgm:spPr/>
      <dgm:t>
        <a:bodyPr/>
        <a:lstStyle/>
        <a:p>
          <a:endParaRPr lang="en-GB"/>
        </a:p>
      </dgm:t>
    </dgm:pt>
    <dgm:pt modelId="{C50D0543-A55A-40B5-A4BD-16A58EDD3FCA}" type="sibTrans" cxnId="{01560931-D05C-4E29-A8AF-E470EF97F578}">
      <dgm:prSet/>
      <dgm:spPr/>
      <dgm:t>
        <a:bodyPr/>
        <a:lstStyle/>
        <a:p>
          <a:endParaRPr lang="en-GB"/>
        </a:p>
      </dgm:t>
    </dgm:pt>
    <dgm:pt modelId="{D24FF6C6-A0B9-4EEC-9B48-FDA3AB6B681F}">
      <dgm:prSet/>
      <dgm:spPr/>
      <dgm:t>
        <a:bodyPr/>
        <a:lstStyle/>
        <a:p>
          <a:r>
            <a:rPr lang="en-US" dirty="0"/>
            <a:t>Identify how game will be run in parallel for each group of participants</a:t>
          </a:r>
          <a:endParaRPr lang="en-GB" dirty="0"/>
        </a:p>
      </dgm:t>
    </dgm:pt>
    <dgm:pt modelId="{AD3A71B2-B194-4B49-9DDE-7C7B297D24B5}" type="parTrans" cxnId="{9791ECAC-C530-4C56-B009-0E79494446DB}">
      <dgm:prSet/>
      <dgm:spPr/>
      <dgm:t>
        <a:bodyPr/>
        <a:lstStyle/>
        <a:p>
          <a:endParaRPr lang="en-GB"/>
        </a:p>
      </dgm:t>
    </dgm:pt>
    <dgm:pt modelId="{59640EF8-B822-46A0-90AC-043E98FA957C}" type="sibTrans" cxnId="{9791ECAC-C530-4C56-B009-0E79494446DB}">
      <dgm:prSet/>
      <dgm:spPr/>
      <dgm:t>
        <a:bodyPr/>
        <a:lstStyle/>
        <a:p>
          <a:endParaRPr lang="en-GB"/>
        </a:p>
      </dgm:t>
    </dgm:pt>
    <dgm:pt modelId="{4C612062-BCEB-4C31-8916-414AE22CB651}">
      <dgm:prSet/>
      <dgm:spPr/>
      <dgm:t>
        <a:bodyPr/>
        <a:lstStyle/>
        <a:p>
          <a:r>
            <a:rPr lang="en-GB" dirty="0"/>
            <a:t>3. Prepare the game</a:t>
          </a:r>
        </a:p>
      </dgm:t>
    </dgm:pt>
    <dgm:pt modelId="{30DCAEF3-2F62-4D70-A7B2-825635602554}" type="parTrans" cxnId="{5A66F133-7B82-460A-8AC5-E08734BAAF66}">
      <dgm:prSet/>
      <dgm:spPr/>
      <dgm:t>
        <a:bodyPr/>
        <a:lstStyle/>
        <a:p>
          <a:endParaRPr lang="en-GB"/>
        </a:p>
      </dgm:t>
    </dgm:pt>
    <dgm:pt modelId="{BA9AD00E-7D76-49E1-AEA7-8643FE38BF1A}" type="sibTrans" cxnId="{5A66F133-7B82-460A-8AC5-E08734BAAF66}">
      <dgm:prSet/>
      <dgm:spPr/>
      <dgm:t>
        <a:bodyPr/>
        <a:lstStyle/>
        <a:p>
          <a:endParaRPr lang="en-GB"/>
        </a:p>
      </dgm:t>
    </dgm:pt>
    <dgm:pt modelId="{515730D2-FF03-4403-85EF-41FA378EE756}">
      <dgm:prSet/>
      <dgm:spPr/>
      <dgm:t>
        <a:bodyPr/>
        <a:lstStyle/>
        <a:p>
          <a:r>
            <a:rPr lang="en-US" dirty="0"/>
            <a:t>Review architecture to make sure it is IR ready</a:t>
          </a:r>
          <a:endParaRPr lang="en-GB" dirty="0"/>
        </a:p>
      </dgm:t>
    </dgm:pt>
    <dgm:pt modelId="{430BC397-814F-43E2-8B0A-0601F52CD6BB}" type="parTrans" cxnId="{3051B788-451D-49EA-A2DA-B66AB8986DF1}">
      <dgm:prSet/>
      <dgm:spPr/>
      <dgm:t>
        <a:bodyPr/>
        <a:lstStyle/>
        <a:p>
          <a:endParaRPr lang="en-GB"/>
        </a:p>
      </dgm:t>
    </dgm:pt>
    <dgm:pt modelId="{66B07B1A-C895-4399-8ACE-4B09C8432AAB}" type="sibTrans" cxnId="{3051B788-451D-49EA-A2DA-B66AB8986DF1}">
      <dgm:prSet/>
      <dgm:spPr/>
      <dgm:t>
        <a:bodyPr/>
        <a:lstStyle/>
        <a:p>
          <a:endParaRPr lang="en-GB"/>
        </a:p>
      </dgm:t>
    </dgm:pt>
    <dgm:pt modelId="{2D137FAA-7065-4894-92A2-027EB062F273}">
      <dgm:prSet/>
      <dgm:spPr/>
      <dgm:t>
        <a:bodyPr/>
        <a:lstStyle/>
        <a:p>
          <a:r>
            <a:rPr lang="en-US" dirty="0"/>
            <a:t>Resource and schedule system architecture and run book modifications to get IR ready</a:t>
          </a:r>
          <a:endParaRPr lang="en-GB" dirty="0"/>
        </a:p>
      </dgm:t>
    </dgm:pt>
    <dgm:pt modelId="{52022576-AFA0-40F9-BE30-1C60AD4DB04A}" type="parTrans" cxnId="{F2E58DC5-2270-456B-B239-7E6AE646DA11}">
      <dgm:prSet/>
      <dgm:spPr/>
      <dgm:t>
        <a:bodyPr/>
        <a:lstStyle/>
        <a:p>
          <a:endParaRPr lang="en-GB"/>
        </a:p>
      </dgm:t>
    </dgm:pt>
    <dgm:pt modelId="{6D68903C-9AF5-499B-BD07-14B9D81121BC}" type="sibTrans" cxnId="{F2E58DC5-2270-456B-B239-7E6AE646DA11}">
      <dgm:prSet/>
      <dgm:spPr/>
      <dgm:t>
        <a:bodyPr/>
        <a:lstStyle/>
        <a:p>
          <a:endParaRPr lang="en-GB"/>
        </a:p>
      </dgm:t>
    </dgm:pt>
    <dgm:pt modelId="{D10EB3DF-E40B-482F-89E9-559166119AE9}">
      <dgm:prSet/>
      <dgm:spPr/>
      <dgm:t>
        <a:bodyPr/>
        <a:lstStyle/>
        <a:p>
          <a:r>
            <a:rPr lang="en-GB" dirty="0"/>
            <a:t>Build game</a:t>
          </a:r>
        </a:p>
      </dgm:t>
    </dgm:pt>
    <dgm:pt modelId="{70F98C77-CBC8-4651-A7B5-4EB068C3D646}" type="parTrans" cxnId="{3F393C90-A282-45C2-BE20-6D8DBDEAD588}">
      <dgm:prSet/>
      <dgm:spPr/>
      <dgm:t>
        <a:bodyPr/>
        <a:lstStyle/>
        <a:p>
          <a:endParaRPr lang="en-GB"/>
        </a:p>
      </dgm:t>
    </dgm:pt>
    <dgm:pt modelId="{844F041D-FC44-4476-AB39-1E5C6F5DA434}" type="sibTrans" cxnId="{3F393C90-A282-45C2-BE20-6D8DBDEAD588}">
      <dgm:prSet/>
      <dgm:spPr/>
      <dgm:t>
        <a:bodyPr/>
        <a:lstStyle/>
        <a:p>
          <a:endParaRPr lang="en-GB"/>
        </a:p>
      </dgm:t>
    </dgm:pt>
    <dgm:pt modelId="{BFCDA73B-0A0B-4953-BA10-7E51D433FADE}">
      <dgm:prSet/>
      <dgm:spPr/>
      <dgm:t>
        <a:bodyPr/>
        <a:lstStyle/>
        <a:p>
          <a:r>
            <a:rPr lang="en-GB" dirty="0"/>
            <a:t>Test game</a:t>
          </a:r>
        </a:p>
      </dgm:t>
    </dgm:pt>
    <dgm:pt modelId="{CC73CD3D-E5AC-419F-97EE-E58541B10863}" type="parTrans" cxnId="{5F861819-97A9-4522-A354-EE01CC85FA50}">
      <dgm:prSet/>
      <dgm:spPr/>
      <dgm:t>
        <a:bodyPr/>
        <a:lstStyle/>
        <a:p>
          <a:endParaRPr lang="en-GB"/>
        </a:p>
      </dgm:t>
    </dgm:pt>
    <dgm:pt modelId="{D02F9D29-3484-476A-B413-C7F57ADFFF3E}" type="sibTrans" cxnId="{5F861819-97A9-4522-A354-EE01CC85FA50}">
      <dgm:prSet/>
      <dgm:spPr/>
      <dgm:t>
        <a:bodyPr/>
        <a:lstStyle/>
        <a:p>
          <a:endParaRPr lang="en-GB"/>
        </a:p>
      </dgm:t>
    </dgm:pt>
    <dgm:pt modelId="{9604461B-FB34-4157-AEE3-AFE7893BAFA4}">
      <dgm:prSet/>
      <dgm:spPr/>
      <dgm:t>
        <a:bodyPr/>
        <a:lstStyle/>
        <a:p>
          <a:r>
            <a:rPr lang="en-US" dirty="0"/>
            <a:t>Iterate until game is ready for participants</a:t>
          </a:r>
          <a:endParaRPr lang="en-GB" dirty="0"/>
        </a:p>
      </dgm:t>
    </dgm:pt>
    <dgm:pt modelId="{833390CA-150B-48A8-AF4A-270961721F02}" type="parTrans" cxnId="{4FF0594B-177A-4048-BBB6-5CB69D3F11A3}">
      <dgm:prSet/>
      <dgm:spPr/>
      <dgm:t>
        <a:bodyPr/>
        <a:lstStyle/>
        <a:p>
          <a:endParaRPr lang="en-GB"/>
        </a:p>
      </dgm:t>
    </dgm:pt>
    <dgm:pt modelId="{C1AD11DC-1B6A-4667-8497-8A4226ED4AA3}" type="sibTrans" cxnId="{4FF0594B-177A-4048-BBB6-5CB69D3F11A3}">
      <dgm:prSet/>
      <dgm:spPr/>
      <dgm:t>
        <a:bodyPr/>
        <a:lstStyle/>
        <a:p>
          <a:endParaRPr lang="en-GB"/>
        </a:p>
      </dgm:t>
    </dgm:pt>
    <dgm:pt modelId="{25F74A8D-D5CF-4EFD-B181-1E4F427A2F7D}">
      <dgm:prSet/>
      <dgm:spPr/>
      <dgm:t>
        <a:bodyPr/>
        <a:lstStyle/>
        <a:p>
          <a:r>
            <a:rPr lang="en-US" dirty="0"/>
            <a:t>4. Notify and facilitate the Game</a:t>
          </a:r>
          <a:endParaRPr lang="en-GB" dirty="0"/>
        </a:p>
      </dgm:t>
    </dgm:pt>
    <dgm:pt modelId="{9BC63D62-B61D-4A1B-9105-F2FBAE25F9BB}" type="parTrans" cxnId="{606F826D-B5C3-4D08-AC3A-E8876C5AFE09}">
      <dgm:prSet/>
      <dgm:spPr/>
      <dgm:t>
        <a:bodyPr/>
        <a:lstStyle/>
        <a:p>
          <a:endParaRPr lang="en-GB"/>
        </a:p>
      </dgm:t>
    </dgm:pt>
    <dgm:pt modelId="{73EC819E-DF0B-4C7D-987B-9F6705E3CDE0}" type="sibTrans" cxnId="{606F826D-B5C3-4D08-AC3A-E8876C5AFE09}">
      <dgm:prSet/>
      <dgm:spPr/>
      <dgm:t>
        <a:bodyPr/>
        <a:lstStyle/>
        <a:p>
          <a:endParaRPr lang="en-GB"/>
        </a:p>
      </dgm:t>
    </dgm:pt>
    <dgm:pt modelId="{F0A9FBC2-01B5-4687-810A-B66C94F868FA}">
      <dgm:prSet/>
      <dgm:spPr/>
      <dgm:t>
        <a:bodyPr/>
        <a:lstStyle/>
        <a:p>
          <a:r>
            <a:rPr lang="en-US" dirty="0"/>
            <a:t>Educate staff about their roles</a:t>
          </a:r>
          <a:endParaRPr lang="en-GB" dirty="0"/>
        </a:p>
      </dgm:t>
    </dgm:pt>
    <dgm:pt modelId="{7D3EED7F-BB71-493A-BC4F-EE1995AAC342}" type="parTrans" cxnId="{A71E11FA-E7A6-49AA-9CCA-AA84BA64646A}">
      <dgm:prSet/>
      <dgm:spPr/>
      <dgm:t>
        <a:bodyPr/>
        <a:lstStyle/>
        <a:p>
          <a:endParaRPr lang="en-GB"/>
        </a:p>
      </dgm:t>
    </dgm:pt>
    <dgm:pt modelId="{B93F94A5-E8DA-47EB-B69F-228EFB2C2025}" type="sibTrans" cxnId="{A71E11FA-E7A6-49AA-9CCA-AA84BA64646A}">
      <dgm:prSet/>
      <dgm:spPr/>
      <dgm:t>
        <a:bodyPr/>
        <a:lstStyle/>
        <a:p>
          <a:endParaRPr lang="en-GB"/>
        </a:p>
      </dgm:t>
    </dgm:pt>
    <dgm:pt modelId="{E9279315-8460-401D-9E46-2ED2EEC7F323}">
      <dgm:prSet/>
      <dgm:spPr/>
      <dgm:t>
        <a:bodyPr/>
        <a:lstStyle/>
        <a:p>
          <a:r>
            <a:rPr lang="en-US" dirty="0"/>
            <a:t>Notify participants of pre-requisites</a:t>
          </a:r>
          <a:endParaRPr lang="en-GB" dirty="0"/>
        </a:p>
      </dgm:t>
    </dgm:pt>
    <dgm:pt modelId="{ED81A559-172D-4DBC-9EE9-9C95570E88BF}" type="parTrans" cxnId="{EC188F8B-6EAE-4C9B-B8F3-E44E727E8F9C}">
      <dgm:prSet/>
      <dgm:spPr/>
      <dgm:t>
        <a:bodyPr/>
        <a:lstStyle/>
        <a:p>
          <a:endParaRPr lang="en-GB"/>
        </a:p>
      </dgm:t>
    </dgm:pt>
    <dgm:pt modelId="{CA95F097-D52B-4EE5-807F-05C8D416AEA5}" type="sibTrans" cxnId="{EC188F8B-6EAE-4C9B-B8F3-E44E727E8F9C}">
      <dgm:prSet/>
      <dgm:spPr/>
      <dgm:t>
        <a:bodyPr/>
        <a:lstStyle/>
        <a:p>
          <a:endParaRPr lang="en-GB"/>
        </a:p>
      </dgm:t>
    </dgm:pt>
    <dgm:pt modelId="{FBCDE570-0E0B-436B-88D3-3D3FEBBB06C2}">
      <dgm:prSet/>
      <dgm:spPr/>
      <dgm:t>
        <a:bodyPr/>
        <a:lstStyle/>
        <a:p>
          <a:r>
            <a:rPr lang="en-US" dirty="0"/>
            <a:t>Schedule game day invitation</a:t>
          </a:r>
          <a:endParaRPr lang="en-GB" dirty="0"/>
        </a:p>
      </dgm:t>
    </dgm:pt>
    <dgm:pt modelId="{553CDAB3-84FC-427A-B252-06A6FADFF670}" type="parTrans" cxnId="{23348763-6064-4988-8FE1-33A9F4FEC4F8}">
      <dgm:prSet/>
      <dgm:spPr/>
      <dgm:t>
        <a:bodyPr/>
        <a:lstStyle/>
        <a:p>
          <a:endParaRPr lang="en-GB"/>
        </a:p>
      </dgm:t>
    </dgm:pt>
    <dgm:pt modelId="{7FDD1E3B-9E33-4EF7-B7B7-46A166E3C853}" type="sibTrans" cxnId="{23348763-6064-4988-8FE1-33A9F4FEC4F8}">
      <dgm:prSet/>
      <dgm:spPr/>
      <dgm:t>
        <a:bodyPr/>
        <a:lstStyle/>
        <a:p>
          <a:endParaRPr lang="en-GB"/>
        </a:p>
      </dgm:t>
    </dgm:pt>
    <dgm:pt modelId="{C4FC0458-A5E8-46B1-B66B-5B2969B44503}">
      <dgm:prSet/>
      <dgm:spPr/>
      <dgm:t>
        <a:bodyPr/>
        <a:lstStyle/>
        <a:p>
          <a:r>
            <a:rPr lang="en-US" dirty="0"/>
            <a:t>Confirm everyone is accepting the invite and that the meeting has a critical mass</a:t>
          </a:r>
          <a:endParaRPr lang="en-GB" dirty="0"/>
        </a:p>
      </dgm:t>
    </dgm:pt>
    <dgm:pt modelId="{19C1B937-8EBC-415D-AE86-2BC820403541}" type="parTrans" cxnId="{0AD251C5-10A4-4183-889C-6C1A094B2EFC}">
      <dgm:prSet/>
      <dgm:spPr/>
      <dgm:t>
        <a:bodyPr/>
        <a:lstStyle/>
        <a:p>
          <a:endParaRPr lang="en-GB"/>
        </a:p>
      </dgm:t>
    </dgm:pt>
    <dgm:pt modelId="{590BC7F9-9F58-43C1-ACC0-D60CF1A07B4D}" type="sibTrans" cxnId="{0AD251C5-10A4-4183-889C-6C1A094B2EFC}">
      <dgm:prSet/>
      <dgm:spPr/>
      <dgm:t>
        <a:bodyPr/>
        <a:lstStyle/>
        <a:p>
          <a:endParaRPr lang="en-GB"/>
        </a:p>
      </dgm:t>
    </dgm:pt>
    <dgm:pt modelId="{44567E85-D68B-4534-805C-35482A764C0C}">
      <dgm:prSet/>
      <dgm:spPr/>
      <dgm:t>
        <a:bodyPr/>
        <a:lstStyle/>
        <a:p>
          <a:r>
            <a:rPr lang="en-US" dirty="0"/>
            <a:t>Send out Pre-Event Notification to create awareness with leadership and on-call staff to avoid the game being mistaken for an actual incident by non-participants</a:t>
          </a:r>
          <a:endParaRPr lang="en-GB" dirty="0"/>
        </a:p>
      </dgm:t>
    </dgm:pt>
    <dgm:pt modelId="{C7A6C058-4D79-4D27-BB07-728CFCF8D118}" type="parTrans" cxnId="{EB8C7432-97E1-4193-812F-33142967A571}">
      <dgm:prSet/>
      <dgm:spPr/>
      <dgm:t>
        <a:bodyPr/>
        <a:lstStyle/>
        <a:p>
          <a:endParaRPr lang="en-GB"/>
        </a:p>
      </dgm:t>
    </dgm:pt>
    <dgm:pt modelId="{05BE6121-2DD5-46E7-867B-34CB866CFEC5}" type="sibTrans" cxnId="{EB8C7432-97E1-4193-812F-33142967A571}">
      <dgm:prSet/>
      <dgm:spPr/>
      <dgm:t>
        <a:bodyPr/>
        <a:lstStyle/>
        <a:p>
          <a:endParaRPr lang="en-GB"/>
        </a:p>
      </dgm:t>
    </dgm:pt>
    <dgm:pt modelId="{DC43F416-41E5-419A-A6B3-AC1C6EB46C45}" type="pres">
      <dgm:prSet presAssocID="{486A8C35-1183-4DEE-91F6-FF2DA3D3CA44}" presName="Name0" presStyleCnt="0">
        <dgm:presLayoutVars>
          <dgm:dir/>
          <dgm:animLvl val="lvl"/>
          <dgm:resizeHandles val="exact"/>
        </dgm:presLayoutVars>
      </dgm:prSet>
      <dgm:spPr/>
    </dgm:pt>
    <dgm:pt modelId="{A56847EC-608A-4484-883D-6EADC9B5DF7C}" type="pres">
      <dgm:prSet presAssocID="{07B726C8-000F-44DA-9B96-1BCB4C79273B}" presName="composite" presStyleCnt="0"/>
      <dgm:spPr/>
    </dgm:pt>
    <dgm:pt modelId="{B5071867-C137-4C13-9A01-E139A1206A20}" type="pres">
      <dgm:prSet presAssocID="{07B726C8-000F-44DA-9B96-1BCB4C79273B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8552FD75-A52B-41B0-A8F7-ABC66DBDEC60}" type="pres">
      <dgm:prSet presAssocID="{07B726C8-000F-44DA-9B96-1BCB4C79273B}" presName="desTx" presStyleLbl="alignAccFollowNode1" presStyleIdx="0" presStyleCnt="4">
        <dgm:presLayoutVars>
          <dgm:bulletEnabled val="1"/>
        </dgm:presLayoutVars>
      </dgm:prSet>
      <dgm:spPr/>
    </dgm:pt>
    <dgm:pt modelId="{16121D6C-59E4-4019-BB82-D617661DDA55}" type="pres">
      <dgm:prSet presAssocID="{0717FE04-D7CB-4AC1-A7D6-B7234F3B3B80}" presName="space" presStyleCnt="0"/>
      <dgm:spPr/>
    </dgm:pt>
    <dgm:pt modelId="{C904A098-A6DF-4494-8019-FBB758BB59DC}" type="pres">
      <dgm:prSet presAssocID="{02577367-85F4-4075-A4BA-91D673ED48DD}" presName="composite" presStyleCnt="0"/>
      <dgm:spPr/>
    </dgm:pt>
    <dgm:pt modelId="{CF73684E-9029-4418-B07F-54836871FAD1}" type="pres">
      <dgm:prSet presAssocID="{02577367-85F4-4075-A4BA-91D673ED48DD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7E120828-3A5C-4F21-9CCF-B7C74BB54AFF}" type="pres">
      <dgm:prSet presAssocID="{02577367-85F4-4075-A4BA-91D673ED48DD}" presName="desTx" presStyleLbl="alignAccFollowNode1" presStyleIdx="1" presStyleCnt="4">
        <dgm:presLayoutVars>
          <dgm:bulletEnabled val="1"/>
        </dgm:presLayoutVars>
      </dgm:prSet>
      <dgm:spPr/>
    </dgm:pt>
    <dgm:pt modelId="{F0C4D641-C0C5-4C6B-B42A-2E5C68EA6264}" type="pres">
      <dgm:prSet presAssocID="{19F49042-4D03-4606-AD56-6BEB28B10C52}" presName="space" presStyleCnt="0"/>
      <dgm:spPr/>
    </dgm:pt>
    <dgm:pt modelId="{C29B0458-432C-41B7-A422-54D8FCC9C2CD}" type="pres">
      <dgm:prSet presAssocID="{4C612062-BCEB-4C31-8916-414AE22CB651}" presName="composite" presStyleCnt="0"/>
      <dgm:spPr/>
    </dgm:pt>
    <dgm:pt modelId="{93AE145A-2DEC-410D-9536-53093BC3686C}" type="pres">
      <dgm:prSet presAssocID="{4C612062-BCEB-4C31-8916-414AE22CB651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7432DD38-086F-49F0-A8FC-3157292C95DA}" type="pres">
      <dgm:prSet presAssocID="{4C612062-BCEB-4C31-8916-414AE22CB651}" presName="desTx" presStyleLbl="alignAccFollowNode1" presStyleIdx="2" presStyleCnt="4">
        <dgm:presLayoutVars>
          <dgm:bulletEnabled val="1"/>
        </dgm:presLayoutVars>
      </dgm:prSet>
      <dgm:spPr/>
    </dgm:pt>
    <dgm:pt modelId="{4C7DF0D4-77CF-4794-B750-2B0ABD128A27}" type="pres">
      <dgm:prSet presAssocID="{BA9AD00E-7D76-49E1-AEA7-8643FE38BF1A}" presName="space" presStyleCnt="0"/>
      <dgm:spPr/>
    </dgm:pt>
    <dgm:pt modelId="{905E7F6E-6AC7-4B2C-853F-6387724D7130}" type="pres">
      <dgm:prSet presAssocID="{25F74A8D-D5CF-4EFD-B181-1E4F427A2F7D}" presName="composite" presStyleCnt="0"/>
      <dgm:spPr/>
    </dgm:pt>
    <dgm:pt modelId="{B95A5EA6-4C37-4D18-85DB-E366C80C90CB}" type="pres">
      <dgm:prSet presAssocID="{25F74A8D-D5CF-4EFD-B181-1E4F427A2F7D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982E822-8D31-41AF-8BBC-317A4C25CCD0}" type="pres">
      <dgm:prSet presAssocID="{25F74A8D-D5CF-4EFD-B181-1E4F427A2F7D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1BB2C502-8EA3-5E4A-8486-6DA490586ACF}" type="presOf" srcId="{07B726C8-000F-44DA-9B96-1BCB4C79273B}" destId="{B5071867-C137-4C13-9A01-E139A1206A20}" srcOrd="0" destOrd="0" presId="urn:microsoft.com/office/officeart/2005/8/layout/hList1"/>
    <dgm:cxn modelId="{85EFFF10-AD9C-4DF1-BB36-14DA3B651428}" srcId="{07B726C8-000F-44DA-9B96-1BCB4C79273B}" destId="{D3AF9759-2ACD-4286-834A-1D7F6C6AA3FF}" srcOrd="2" destOrd="0" parTransId="{397CABF5-0E73-4B92-BF7A-FD50E417A334}" sibTransId="{943C2F5B-EEBD-4236-8F5F-FA307109324D}"/>
    <dgm:cxn modelId="{84586514-AFE7-4ADF-8C86-7EC92D9F7FF3}" srcId="{02577367-85F4-4075-A4BA-91D673ED48DD}" destId="{76C20658-8AE4-4A59-977E-8DE592124A0B}" srcOrd="0" destOrd="0" parTransId="{06F3489E-F05D-4A24-B665-547E66CEDB6A}" sibTransId="{1E43DE62-6F75-47A8-A1E6-319167A965DB}"/>
    <dgm:cxn modelId="{00BAA114-6FFB-4C79-8CF6-501375951E7B}" srcId="{02577367-85F4-4075-A4BA-91D673ED48DD}" destId="{3C0168B1-0280-4299-AD1C-2EB71AB5C0AE}" srcOrd="3" destOrd="0" parTransId="{B0E9AE3D-707A-475A-855D-4B98D800FC3C}" sibTransId="{1CE23B1A-B6D5-4A40-8431-3BD3BA025A5C}"/>
    <dgm:cxn modelId="{D8B49115-4CFD-104B-9EA8-E22037C4D2CB}" type="presOf" srcId="{DF33F979-4926-4D70-9353-933B8E0C5885}" destId="{7E120828-3A5C-4F21-9CCF-B7C74BB54AFF}" srcOrd="0" destOrd="1" presId="urn:microsoft.com/office/officeart/2005/8/layout/hList1"/>
    <dgm:cxn modelId="{5F861819-97A9-4522-A354-EE01CC85FA50}" srcId="{4C612062-BCEB-4C31-8916-414AE22CB651}" destId="{BFCDA73B-0A0B-4953-BA10-7E51D433FADE}" srcOrd="3" destOrd="0" parTransId="{CC73CD3D-E5AC-419F-97EE-E58541B10863}" sibTransId="{D02F9D29-3484-476A-B413-C7F57ADFFF3E}"/>
    <dgm:cxn modelId="{B194471B-D323-A541-AACF-0D6D7A041A98}" type="presOf" srcId="{C5EB5FDB-B985-4770-917D-2433C5FD6C73}" destId="{7E120828-3A5C-4F21-9CCF-B7C74BB54AFF}" srcOrd="0" destOrd="4" presId="urn:microsoft.com/office/officeart/2005/8/layout/hList1"/>
    <dgm:cxn modelId="{4B053626-1E27-44F0-85EB-C52129ED5309}" srcId="{02577367-85F4-4075-A4BA-91D673ED48DD}" destId="{3450AD02-9186-49C3-9AE7-63EDB6E521A2}" srcOrd="2" destOrd="0" parTransId="{AD96D5A4-510B-40EB-8DEB-4759B6903499}" sibTransId="{AAFE491E-2DE6-41BB-9481-3AD471FB7D0F}"/>
    <dgm:cxn modelId="{4B1B4628-5E81-1A48-84C6-9E840183325B}" type="presOf" srcId="{3450AD02-9186-49C3-9AE7-63EDB6E521A2}" destId="{7E120828-3A5C-4F21-9CCF-B7C74BB54AFF}" srcOrd="0" destOrd="2" presId="urn:microsoft.com/office/officeart/2005/8/layout/hList1"/>
    <dgm:cxn modelId="{D9DADE2A-D7F4-5A4D-AE7B-0D1A21BF17A9}" type="presOf" srcId="{C4FC0458-A5E8-46B1-B66B-5B2969B44503}" destId="{F982E822-8D31-41AF-8BBC-317A4C25CCD0}" srcOrd="0" destOrd="3" presId="urn:microsoft.com/office/officeart/2005/8/layout/hList1"/>
    <dgm:cxn modelId="{0B41522D-B2B8-B34B-BD60-A8D6A43B182E}" type="presOf" srcId="{515730D2-FF03-4403-85EF-41FA378EE756}" destId="{7432DD38-086F-49F0-A8FC-3157292C95DA}" srcOrd="0" destOrd="0" presId="urn:microsoft.com/office/officeart/2005/8/layout/hList1"/>
    <dgm:cxn modelId="{C9441C2F-F1E1-435B-90C0-0D0A3B907216}" srcId="{02577367-85F4-4075-A4BA-91D673ED48DD}" destId="{ABE96144-4F4B-4C6D-9F10-153FB26A159B}" srcOrd="5" destOrd="0" parTransId="{31E3A6B7-9AB9-4230-BFB8-01A0F3E8C363}" sibTransId="{C9E401FF-A958-4432-93A7-F19627F5AC57}"/>
    <dgm:cxn modelId="{01560931-D05C-4E29-A8AF-E470EF97F578}" srcId="{02577367-85F4-4075-A4BA-91D673ED48DD}" destId="{9098671F-4620-403C-9EEB-40BD3204CCC3}" srcOrd="10" destOrd="0" parTransId="{D9D95A20-E399-4386-B22D-598AD68A1A36}" sibTransId="{C50D0543-A55A-40B5-A4BD-16A58EDD3FCA}"/>
    <dgm:cxn modelId="{EB8C7432-97E1-4193-812F-33142967A571}" srcId="{25F74A8D-D5CF-4EFD-B181-1E4F427A2F7D}" destId="{44567E85-D68B-4534-805C-35482A764C0C}" srcOrd="4" destOrd="0" parTransId="{C7A6C058-4D79-4D27-BB07-728CFCF8D118}" sibTransId="{05BE6121-2DD5-46E7-867B-34CB866CFEC5}"/>
    <dgm:cxn modelId="{1546D833-A905-CA40-984D-8DECDFEE4924}" type="presOf" srcId="{4C612062-BCEB-4C31-8916-414AE22CB651}" destId="{93AE145A-2DEC-410D-9536-53093BC3686C}" srcOrd="0" destOrd="0" presId="urn:microsoft.com/office/officeart/2005/8/layout/hList1"/>
    <dgm:cxn modelId="{5A66F133-7B82-460A-8AC5-E08734BAAF66}" srcId="{486A8C35-1183-4DEE-91F6-FF2DA3D3CA44}" destId="{4C612062-BCEB-4C31-8916-414AE22CB651}" srcOrd="2" destOrd="0" parTransId="{30DCAEF3-2F62-4D70-A7B2-825635602554}" sibTransId="{BA9AD00E-7D76-49E1-AEA7-8643FE38BF1A}"/>
    <dgm:cxn modelId="{61ED0937-E80B-1548-8ECB-D76FC7B042F8}" type="presOf" srcId="{E9279315-8460-401D-9E46-2ED2EEC7F323}" destId="{F982E822-8D31-41AF-8BBC-317A4C25CCD0}" srcOrd="0" destOrd="1" presId="urn:microsoft.com/office/officeart/2005/8/layout/hList1"/>
    <dgm:cxn modelId="{5FE87538-990E-DC4A-98DE-2237024C7A50}" type="presOf" srcId="{6F969E13-A545-47E4-BAF2-A11F1E7BBDB5}" destId="{7E120828-3A5C-4F21-9CCF-B7C74BB54AFF}" srcOrd="0" destOrd="6" presId="urn:microsoft.com/office/officeart/2005/8/layout/hList1"/>
    <dgm:cxn modelId="{02EC9F3C-31A9-4CD0-97BA-F924560273C5}" srcId="{02577367-85F4-4075-A4BA-91D673ED48DD}" destId="{DF33F979-4926-4D70-9353-933B8E0C5885}" srcOrd="1" destOrd="0" parTransId="{EA5E8E45-819E-4708-9533-C981E4275034}" sibTransId="{1C05231A-46E8-4544-BC4E-A9468B21127B}"/>
    <dgm:cxn modelId="{64F4CC3D-6B2F-3E46-A9A9-BA10CB918A14}" type="presOf" srcId="{7C1E61FC-0834-4466-A029-DC6F80DBC85C}" destId="{8552FD75-A52B-41B0-A8F7-ABC66DBDEC60}" srcOrd="0" destOrd="0" presId="urn:microsoft.com/office/officeart/2005/8/layout/hList1"/>
    <dgm:cxn modelId="{41350B41-C2EA-4F44-B735-0C10D5342162}" srcId="{02577367-85F4-4075-A4BA-91D673ED48DD}" destId="{A4B94C00-5DAA-44DD-B4EC-0D3A874C5BB7}" srcOrd="8" destOrd="0" parTransId="{FFDAF21E-5A95-44EB-ACB0-8B11CAF19FCA}" sibTransId="{6B8DF139-5354-47A1-9535-0E7DBED70670}"/>
    <dgm:cxn modelId="{CC740549-E289-8D48-AA56-1FA5179270EA}" type="presOf" srcId="{44567E85-D68B-4534-805C-35482A764C0C}" destId="{F982E822-8D31-41AF-8BBC-317A4C25CCD0}" srcOrd="0" destOrd="4" presId="urn:microsoft.com/office/officeart/2005/8/layout/hList1"/>
    <dgm:cxn modelId="{1AAF5349-3273-4F92-B3ED-0551D982478D}" srcId="{486A8C35-1183-4DEE-91F6-FF2DA3D3CA44}" destId="{07B726C8-000F-44DA-9B96-1BCB4C79273B}" srcOrd="0" destOrd="0" parTransId="{25E82A2C-1ECF-4DA7-BAC2-A6C79A39C212}" sibTransId="{0717FE04-D7CB-4AC1-A7D6-B7234F3B3B80}"/>
    <dgm:cxn modelId="{4FF0594B-177A-4048-BBB6-5CB69D3F11A3}" srcId="{4C612062-BCEB-4C31-8916-414AE22CB651}" destId="{9604461B-FB34-4157-AEE3-AFE7893BAFA4}" srcOrd="4" destOrd="0" parTransId="{833390CA-150B-48A8-AF4A-270961721F02}" sibTransId="{C1AD11DC-1B6A-4667-8497-8A4226ED4AA3}"/>
    <dgm:cxn modelId="{1E0FB24E-813C-2B43-AC7B-5AE96DCD84CA}" type="presOf" srcId="{5E494C54-0846-47E1-A3F5-218E786A11A0}" destId="{8552FD75-A52B-41B0-A8F7-ABC66DBDEC60}" srcOrd="0" destOrd="4" presId="urn:microsoft.com/office/officeart/2005/8/layout/hList1"/>
    <dgm:cxn modelId="{40D6F050-E32B-4D41-A283-42D661063C26}" type="presOf" srcId="{9098671F-4620-403C-9EEB-40BD3204CCC3}" destId="{7E120828-3A5C-4F21-9CCF-B7C74BB54AFF}" srcOrd="0" destOrd="10" presId="urn:microsoft.com/office/officeart/2005/8/layout/hList1"/>
    <dgm:cxn modelId="{368DB851-AC52-DC41-B53B-C84213DEC516}" type="presOf" srcId="{D10EB3DF-E40B-482F-89E9-559166119AE9}" destId="{7432DD38-086F-49F0-A8FC-3157292C95DA}" srcOrd="0" destOrd="2" presId="urn:microsoft.com/office/officeart/2005/8/layout/hList1"/>
    <dgm:cxn modelId="{75A54559-6551-7948-BC2A-C70D382C4471}" type="presOf" srcId="{D24FF6C6-A0B9-4EEC-9B48-FDA3AB6B681F}" destId="{7E120828-3A5C-4F21-9CCF-B7C74BB54AFF}" srcOrd="0" destOrd="11" presId="urn:microsoft.com/office/officeart/2005/8/layout/hList1"/>
    <dgm:cxn modelId="{CA232B62-51D7-4906-AF97-165CA9A11DE6}" srcId="{02577367-85F4-4075-A4BA-91D673ED48DD}" destId="{C5EB5FDB-B985-4770-917D-2433C5FD6C73}" srcOrd="4" destOrd="0" parTransId="{9324EE8B-CFFF-4BF5-8DFD-339B1F05C524}" sibTransId="{A6F7D7E7-DC74-44CB-922C-2AF363EC3FEB}"/>
    <dgm:cxn modelId="{23348763-6064-4988-8FE1-33A9F4FEC4F8}" srcId="{25F74A8D-D5CF-4EFD-B181-1E4F427A2F7D}" destId="{FBCDE570-0E0B-436B-88D3-3D3FEBBB06C2}" srcOrd="2" destOrd="0" parTransId="{553CDAB3-84FC-427A-B252-06A6FADFF670}" sibTransId="{7FDD1E3B-9E33-4EF7-B7B7-46A166E3C853}"/>
    <dgm:cxn modelId="{606F826D-B5C3-4D08-AC3A-E8876C5AFE09}" srcId="{486A8C35-1183-4DEE-91F6-FF2DA3D3CA44}" destId="{25F74A8D-D5CF-4EFD-B181-1E4F427A2F7D}" srcOrd="3" destOrd="0" parTransId="{9BC63D62-B61D-4A1B-9105-F2FBAE25F9BB}" sibTransId="{73EC819E-DF0B-4C7D-987B-9F6705E3CDE0}"/>
    <dgm:cxn modelId="{9CA26072-470A-E647-9136-3A27C0057A89}" type="presOf" srcId="{0D6CDEC6-7502-4106-A02E-7BD68722395A}" destId="{7E120828-3A5C-4F21-9CCF-B7C74BB54AFF}" srcOrd="0" destOrd="7" presId="urn:microsoft.com/office/officeart/2005/8/layout/hList1"/>
    <dgm:cxn modelId="{9D5C4974-528C-4B25-8B76-FB47E5409B17}" srcId="{02577367-85F4-4075-A4BA-91D673ED48DD}" destId="{F1A180D4-C3E0-4C3B-95D0-82CF1A5AE82D}" srcOrd="9" destOrd="0" parTransId="{FA75049C-3FAB-404B-AEBD-F6424CE31F87}" sibTransId="{6D10BC08-05CB-4E06-8D44-E6C565D7FCE2}"/>
    <dgm:cxn modelId="{A5EA8D79-165E-7843-AB1D-C5A39C9EFB33}" type="presOf" srcId="{FBCDE570-0E0B-436B-88D3-3D3FEBBB06C2}" destId="{F982E822-8D31-41AF-8BBC-317A4C25CCD0}" srcOrd="0" destOrd="2" presId="urn:microsoft.com/office/officeart/2005/8/layout/hList1"/>
    <dgm:cxn modelId="{700A757A-2E4A-6747-9962-8D96F81BB551}" type="presOf" srcId="{D3AF9759-2ACD-4286-834A-1D7F6C6AA3FF}" destId="{8552FD75-A52B-41B0-A8F7-ABC66DBDEC60}" srcOrd="0" destOrd="2" presId="urn:microsoft.com/office/officeart/2005/8/layout/hList1"/>
    <dgm:cxn modelId="{ABBDA385-475C-C149-841B-FF45A110E88C}" type="presOf" srcId="{0D5D75BC-4B8C-4735-A2E6-327A0B2DDA8D}" destId="{8552FD75-A52B-41B0-A8F7-ABC66DBDEC60}" srcOrd="0" destOrd="5" presId="urn:microsoft.com/office/officeart/2005/8/layout/hList1"/>
    <dgm:cxn modelId="{3051B788-451D-49EA-A2DA-B66AB8986DF1}" srcId="{4C612062-BCEB-4C31-8916-414AE22CB651}" destId="{515730D2-FF03-4403-85EF-41FA378EE756}" srcOrd="0" destOrd="0" parTransId="{430BC397-814F-43E2-8B0A-0601F52CD6BB}" sibTransId="{66B07B1A-C895-4399-8ACE-4B09C8432AAB}"/>
    <dgm:cxn modelId="{EC188F8B-6EAE-4C9B-B8F3-E44E727E8F9C}" srcId="{25F74A8D-D5CF-4EFD-B181-1E4F427A2F7D}" destId="{E9279315-8460-401D-9E46-2ED2EEC7F323}" srcOrd="1" destOrd="0" parTransId="{ED81A559-172D-4DBC-9EE9-9C95570E88BF}" sibTransId="{CA95F097-D52B-4EE5-807F-05C8D416AEA5}"/>
    <dgm:cxn modelId="{3F393C90-A282-45C2-BE20-6D8DBDEAD588}" srcId="{4C612062-BCEB-4C31-8916-414AE22CB651}" destId="{D10EB3DF-E40B-482F-89E9-559166119AE9}" srcOrd="2" destOrd="0" parTransId="{70F98C77-CBC8-4651-A7B5-4EB068C3D646}" sibTransId="{844F041D-FC44-4476-AB39-1E5C6F5DA434}"/>
    <dgm:cxn modelId="{65D96C90-0072-8C43-B764-A37FC6D101FF}" type="presOf" srcId="{76C20658-8AE4-4A59-977E-8DE592124A0B}" destId="{7E120828-3A5C-4F21-9CCF-B7C74BB54AFF}" srcOrd="0" destOrd="0" presId="urn:microsoft.com/office/officeart/2005/8/layout/hList1"/>
    <dgm:cxn modelId="{8D1A1796-1DDC-A24C-A856-702C12042B95}" type="presOf" srcId="{D95760BC-D0E2-4C42-ADB0-B43A24817543}" destId="{8552FD75-A52B-41B0-A8F7-ABC66DBDEC60}" srcOrd="0" destOrd="3" presId="urn:microsoft.com/office/officeart/2005/8/layout/hList1"/>
    <dgm:cxn modelId="{3F10569A-5C53-40DE-96E9-2B5D50998C79}" srcId="{07B726C8-000F-44DA-9B96-1BCB4C79273B}" destId="{D95760BC-D0E2-4C42-ADB0-B43A24817543}" srcOrd="3" destOrd="0" parTransId="{7B11FC74-73F7-4AEC-81A7-F4BAF14C52DF}" sibTransId="{8572C9BE-52B8-4695-9551-43AB31A00443}"/>
    <dgm:cxn modelId="{E8D7CF9A-E305-9643-A244-386D58764A42}" type="presOf" srcId="{CB14B9A4-D323-4E7B-889A-59A10C8E91C9}" destId="{8552FD75-A52B-41B0-A8F7-ABC66DBDEC60}" srcOrd="0" destOrd="1" presId="urn:microsoft.com/office/officeart/2005/8/layout/hList1"/>
    <dgm:cxn modelId="{9D96969B-A773-1B48-85C9-E97D60F6268A}" type="presOf" srcId="{486A8C35-1183-4DEE-91F6-FF2DA3D3CA44}" destId="{DC43F416-41E5-419A-A6B3-AC1C6EB46C45}" srcOrd="0" destOrd="0" presId="urn:microsoft.com/office/officeart/2005/8/layout/hList1"/>
    <dgm:cxn modelId="{67C237AB-E60D-2C42-9640-D572EF98C2CA}" type="presOf" srcId="{2D137FAA-7065-4894-92A2-027EB062F273}" destId="{7432DD38-086F-49F0-A8FC-3157292C95DA}" srcOrd="0" destOrd="1" presId="urn:microsoft.com/office/officeart/2005/8/layout/hList1"/>
    <dgm:cxn modelId="{9791ECAC-C530-4C56-B009-0E79494446DB}" srcId="{02577367-85F4-4075-A4BA-91D673ED48DD}" destId="{D24FF6C6-A0B9-4EEC-9B48-FDA3AB6B681F}" srcOrd="11" destOrd="0" parTransId="{AD3A71B2-B194-4B49-9DDE-7C7B297D24B5}" sibTransId="{59640EF8-B822-46A0-90AC-043E98FA957C}"/>
    <dgm:cxn modelId="{5E57C8AF-4B99-4985-9652-57705E82B961}" srcId="{07B726C8-000F-44DA-9B96-1BCB4C79273B}" destId="{CB14B9A4-D323-4E7B-889A-59A10C8E91C9}" srcOrd="1" destOrd="0" parTransId="{D4F26A69-96EC-4C6A-97BC-631FDBEDFE72}" sibTransId="{40211272-D29E-49E9-9FA2-2217D94D1267}"/>
    <dgm:cxn modelId="{49CCBBB2-2E83-2441-ACC5-F4B2500AA7D5}" type="presOf" srcId="{F1A180D4-C3E0-4C3B-95D0-82CF1A5AE82D}" destId="{7E120828-3A5C-4F21-9CCF-B7C74BB54AFF}" srcOrd="0" destOrd="9" presId="urn:microsoft.com/office/officeart/2005/8/layout/hList1"/>
    <dgm:cxn modelId="{E74C6EB6-0338-41DB-A937-EFBF040800C1}" srcId="{02577367-85F4-4075-A4BA-91D673ED48DD}" destId="{0D6CDEC6-7502-4106-A02E-7BD68722395A}" srcOrd="7" destOrd="0" parTransId="{6278BC59-1E08-431C-86F6-8104C29EBA38}" sibTransId="{6C78E018-25C1-4135-9FC9-A28D24D4FF91}"/>
    <dgm:cxn modelId="{347937B8-D0BC-AE4F-A4B2-256C3CDE8F02}" type="presOf" srcId="{BFCDA73B-0A0B-4953-BA10-7E51D433FADE}" destId="{7432DD38-086F-49F0-A8FC-3157292C95DA}" srcOrd="0" destOrd="3" presId="urn:microsoft.com/office/officeart/2005/8/layout/hList1"/>
    <dgm:cxn modelId="{56EA20C2-C6A0-4D31-84EE-29B309574074}" srcId="{07B726C8-000F-44DA-9B96-1BCB4C79273B}" destId="{7C1E61FC-0834-4466-A029-DC6F80DBC85C}" srcOrd="0" destOrd="0" parTransId="{8BE6FE26-A642-41DD-813A-F9E625E865A3}" sibTransId="{E670D24D-01F5-4BB2-A33D-30F30D70749E}"/>
    <dgm:cxn modelId="{FC7420C5-AF21-A743-9914-8023785F9005}" type="presOf" srcId="{F0A9FBC2-01B5-4687-810A-B66C94F868FA}" destId="{F982E822-8D31-41AF-8BBC-317A4C25CCD0}" srcOrd="0" destOrd="0" presId="urn:microsoft.com/office/officeart/2005/8/layout/hList1"/>
    <dgm:cxn modelId="{0AD251C5-10A4-4183-889C-6C1A094B2EFC}" srcId="{25F74A8D-D5CF-4EFD-B181-1E4F427A2F7D}" destId="{C4FC0458-A5E8-46B1-B66B-5B2969B44503}" srcOrd="3" destOrd="0" parTransId="{19C1B937-8EBC-415D-AE86-2BC820403541}" sibTransId="{590BC7F9-9F58-43C1-ACC0-D60CF1A07B4D}"/>
    <dgm:cxn modelId="{F2E58DC5-2270-456B-B239-7E6AE646DA11}" srcId="{4C612062-BCEB-4C31-8916-414AE22CB651}" destId="{2D137FAA-7065-4894-92A2-027EB062F273}" srcOrd="1" destOrd="0" parTransId="{52022576-AFA0-40F9-BE30-1C60AD4DB04A}" sibTransId="{6D68903C-9AF5-499B-BD07-14B9D81121BC}"/>
    <dgm:cxn modelId="{8B458DC6-84E3-1449-918E-64EDB2E17476}" type="presOf" srcId="{02577367-85F4-4075-A4BA-91D673ED48DD}" destId="{CF73684E-9029-4418-B07F-54836871FAD1}" srcOrd="0" destOrd="0" presId="urn:microsoft.com/office/officeart/2005/8/layout/hList1"/>
    <dgm:cxn modelId="{E24E8FCF-ABC7-499E-80A5-95728DAC8B48}" srcId="{486A8C35-1183-4DEE-91F6-FF2DA3D3CA44}" destId="{02577367-85F4-4075-A4BA-91D673ED48DD}" srcOrd="1" destOrd="0" parTransId="{22D47D6B-5582-4E86-BACA-B5CA3CA4752E}" sibTransId="{19F49042-4D03-4606-AD56-6BEB28B10C52}"/>
    <dgm:cxn modelId="{8AFF02E7-883E-9940-84B0-651E635C8C88}" type="presOf" srcId="{9604461B-FB34-4157-AEE3-AFE7893BAFA4}" destId="{7432DD38-086F-49F0-A8FC-3157292C95DA}" srcOrd="0" destOrd="4" presId="urn:microsoft.com/office/officeart/2005/8/layout/hList1"/>
    <dgm:cxn modelId="{904CC4E9-3196-4C2A-9960-B94F95C44587}" srcId="{07B726C8-000F-44DA-9B96-1BCB4C79273B}" destId="{0D5D75BC-4B8C-4735-A2E6-327A0B2DDA8D}" srcOrd="5" destOrd="0" parTransId="{B84B45DA-0DFC-4BDE-AFB3-6B1311E7D62D}" sibTransId="{976E174F-4F92-4209-AD7A-63A63B05A538}"/>
    <dgm:cxn modelId="{670800EA-BAA6-4A45-9D4B-51767B980707}" type="presOf" srcId="{A4B94C00-5DAA-44DD-B4EC-0D3A874C5BB7}" destId="{7E120828-3A5C-4F21-9CCF-B7C74BB54AFF}" srcOrd="0" destOrd="8" presId="urn:microsoft.com/office/officeart/2005/8/layout/hList1"/>
    <dgm:cxn modelId="{C97CEFEC-8075-4A4A-9BF3-CE451AF69FF0}" srcId="{02577367-85F4-4075-A4BA-91D673ED48DD}" destId="{6F969E13-A545-47E4-BAF2-A11F1E7BBDB5}" srcOrd="6" destOrd="0" parTransId="{38EBDFDB-9B02-4AF3-9401-25EB76E312C0}" sibTransId="{518A3859-1829-45B6-BB05-F82222FE600E}"/>
    <dgm:cxn modelId="{107687EE-4FD1-AF44-BB06-2DFF56AFE347}" type="presOf" srcId="{3C0168B1-0280-4299-AD1C-2EB71AB5C0AE}" destId="{7E120828-3A5C-4F21-9CCF-B7C74BB54AFF}" srcOrd="0" destOrd="3" presId="urn:microsoft.com/office/officeart/2005/8/layout/hList1"/>
    <dgm:cxn modelId="{0FE0BEEE-7C2D-4CEA-8EBB-F26A0CB53F3F}" srcId="{07B726C8-000F-44DA-9B96-1BCB4C79273B}" destId="{5E494C54-0846-47E1-A3F5-218E786A11A0}" srcOrd="4" destOrd="0" parTransId="{AEF91E86-7CC4-4DC6-9A00-3C5A971DA18F}" sibTransId="{16D563A1-E758-45C9-89A9-F5E9B2EBC404}"/>
    <dgm:cxn modelId="{78CD1FF4-28BC-7C45-A3A5-6AE15433C7A2}" type="presOf" srcId="{25F74A8D-D5CF-4EFD-B181-1E4F427A2F7D}" destId="{B95A5EA6-4C37-4D18-85DB-E366C80C90CB}" srcOrd="0" destOrd="0" presId="urn:microsoft.com/office/officeart/2005/8/layout/hList1"/>
    <dgm:cxn modelId="{A71E11FA-E7A6-49AA-9CCA-AA84BA64646A}" srcId="{25F74A8D-D5CF-4EFD-B181-1E4F427A2F7D}" destId="{F0A9FBC2-01B5-4687-810A-B66C94F868FA}" srcOrd="0" destOrd="0" parTransId="{7D3EED7F-BB71-493A-BC4F-EE1995AAC342}" sibTransId="{B93F94A5-E8DA-47EB-B69F-228EFB2C2025}"/>
    <dgm:cxn modelId="{3B8217FD-DCB7-9C4C-B4A9-3D715A5CD5F4}" type="presOf" srcId="{ABE96144-4F4B-4C6D-9F10-153FB26A159B}" destId="{7E120828-3A5C-4F21-9CCF-B7C74BB54AFF}" srcOrd="0" destOrd="5" presId="urn:microsoft.com/office/officeart/2005/8/layout/hList1"/>
    <dgm:cxn modelId="{3AE3DA7C-2E90-5941-8D48-42CDAEC947C5}" type="presParOf" srcId="{DC43F416-41E5-419A-A6B3-AC1C6EB46C45}" destId="{A56847EC-608A-4484-883D-6EADC9B5DF7C}" srcOrd="0" destOrd="0" presId="urn:microsoft.com/office/officeart/2005/8/layout/hList1"/>
    <dgm:cxn modelId="{7ADD3E84-AAED-0B44-94DE-E5C27CE59EA8}" type="presParOf" srcId="{A56847EC-608A-4484-883D-6EADC9B5DF7C}" destId="{B5071867-C137-4C13-9A01-E139A1206A20}" srcOrd="0" destOrd="0" presId="urn:microsoft.com/office/officeart/2005/8/layout/hList1"/>
    <dgm:cxn modelId="{CDB091CB-005F-E54C-A11A-4A88DD522BE4}" type="presParOf" srcId="{A56847EC-608A-4484-883D-6EADC9B5DF7C}" destId="{8552FD75-A52B-41B0-A8F7-ABC66DBDEC60}" srcOrd="1" destOrd="0" presId="urn:microsoft.com/office/officeart/2005/8/layout/hList1"/>
    <dgm:cxn modelId="{9024CB83-8B4A-4B41-B253-833152155D4F}" type="presParOf" srcId="{DC43F416-41E5-419A-A6B3-AC1C6EB46C45}" destId="{16121D6C-59E4-4019-BB82-D617661DDA55}" srcOrd="1" destOrd="0" presId="urn:microsoft.com/office/officeart/2005/8/layout/hList1"/>
    <dgm:cxn modelId="{6371E958-FF26-A74B-845B-05005FFBF280}" type="presParOf" srcId="{DC43F416-41E5-419A-A6B3-AC1C6EB46C45}" destId="{C904A098-A6DF-4494-8019-FBB758BB59DC}" srcOrd="2" destOrd="0" presId="urn:microsoft.com/office/officeart/2005/8/layout/hList1"/>
    <dgm:cxn modelId="{8641026D-850A-0649-B83D-0C48B3DFC127}" type="presParOf" srcId="{C904A098-A6DF-4494-8019-FBB758BB59DC}" destId="{CF73684E-9029-4418-B07F-54836871FAD1}" srcOrd="0" destOrd="0" presId="urn:microsoft.com/office/officeart/2005/8/layout/hList1"/>
    <dgm:cxn modelId="{A5B1A1D2-83F4-0A47-A9AB-56795A497A11}" type="presParOf" srcId="{C904A098-A6DF-4494-8019-FBB758BB59DC}" destId="{7E120828-3A5C-4F21-9CCF-B7C74BB54AFF}" srcOrd="1" destOrd="0" presId="urn:microsoft.com/office/officeart/2005/8/layout/hList1"/>
    <dgm:cxn modelId="{C09543C9-57DC-D146-8A5E-5F837CAA9E10}" type="presParOf" srcId="{DC43F416-41E5-419A-A6B3-AC1C6EB46C45}" destId="{F0C4D641-C0C5-4C6B-B42A-2E5C68EA6264}" srcOrd="3" destOrd="0" presId="urn:microsoft.com/office/officeart/2005/8/layout/hList1"/>
    <dgm:cxn modelId="{2B0BA8CF-FF5B-514C-8913-21BF47907D40}" type="presParOf" srcId="{DC43F416-41E5-419A-A6B3-AC1C6EB46C45}" destId="{C29B0458-432C-41B7-A422-54D8FCC9C2CD}" srcOrd="4" destOrd="0" presId="urn:microsoft.com/office/officeart/2005/8/layout/hList1"/>
    <dgm:cxn modelId="{A4148523-CE43-0C40-9978-6F99D55F517F}" type="presParOf" srcId="{C29B0458-432C-41B7-A422-54D8FCC9C2CD}" destId="{93AE145A-2DEC-410D-9536-53093BC3686C}" srcOrd="0" destOrd="0" presId="urn:microsoft.com/office/officeart/2005/8/layout/hList1"/>
    <dgm:cxn modelId="{29A8CFA7-7280-6A4D-9B17-60B777AA6DDF}" type="presParOf" srcId="{C29B0458-432C-41B7-A422-54D8FCC9C2CD}" destId="{7432DD38-086F-49F0-A8FC-3157292C95DA}" srcOrd="1" destOrd="0" presId="urn:microsoft.com/office/officeart/2005/8/layout/hList1"/>
    <dgm:cxn modelId="{B3FEDF5E-B78F-FD4C-BB6A-392648CB8C40}" type="presParOf" srcId="{DC43F416-41E5-419A-A6B3-AC1C6EB46C45}" destId="{4C7DF0D4-77CF-4794-B750-2B0ABD128A27}" srcOrd="5" destOrd="0" presId="urn:microsoft.com/office/officeart/2005/8/layout/hList1"/>
    <dgm:cxn modelId="{419076D7-C00D-9A45-9B95-9A922BFE3F38}" type="presParOf" srcId="{DC43F416-41E5-419A-A6B3-AC1C6EB46C45}" destId="{905E7F6E-6AC7-4B2C-853F-6387724D7130}" srcOrd="6" destOrd="0" presId="urn:microsoft.com/office/officeart/2005/8/layout/hList1"/>
    <dgm:cxn modelId="{E83E2D55-0A2E-CA4B-BAA4-B770FFBD806C}" type="presParOf" srcId="{905E7F6E-6AC7-4B2C-853F-6387724D7130}" destId="{B95A5EA6-4C37-4D18-85DB-E366C80C90CB}" srcOrd="0" destOrd="0" presId="urn:microsoft.com/office/officeart/2005/8/layout/hList1"/>
    <dgm:cxn modelId="{D4B17093-8F0E-4D49-858F-DE5904ABC8E5}" type="presParOf" srcId="{905E7F6E-6AC7-4B2C-853F-6387724D7130}" destId="{F982E822-8D31-41AF-8BBC-317A4C25CCD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071867-C137-4C13-9A01-E139A1206A20}">
      <dsp:nvSpPr>
        <dsp:cNvPr id="0" name=""/>
        <dsp:cNvSpPr/>
      </dsp:nvSpPr>
      <dsp:spPr>
        <a:xfrm>
          <a:off x="3157" y="181038"/>
          <a:ext cx="1898543" cy="321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1. Identify human resources and assign roles</a:t>
          </a:r>
          <a:endParaRPr lang="en-GB" sz="900" kern="1200" dirty="0"/>
        </a:p>
      </dsp:txBody>
      <dsp:txXfrm>
        <a:off x="3157" y="181038"/>
        <a:ext cx="1898543" cy="321727"/>
      </dsp:txXfrm>
    </dsp:sp>
    <dsp:sp modelId="{8552FD75-A52B-41B0-A8F7-ABC66DBDEC60}">
      <dsp:nvSpPr>
        <dsp:cNvPr id="0" name=""/>
        <dsp:cNvSpPr/>
      </dsp:nvSpPr>
      <dsp:spPr>
        <a:xfrm>
          <a:off x="3157" y="502765"/>
          <a:ext cx="1898543" cy="32023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solidFill>
                <a:srgbClr val="00B050"/>
              </a:solidFill>
            </a:rPr>
            <a:t>Identify a team to plan the IR game day (3-8 people)</a:t>
          </a:r>
          <a:endParaRPr lang="en-GB" sz="900" kern="1200" dirty="0">
            <a:solidFill>
              <a:srgbClr val="00B050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solidFill>
                <a:srgbClr val="00B050"/>
              </a:solidFill>
            </a:rPr>
            <a:t>Identify the game developer (attacker)</a:t>
          </a:r>
          <a:endParaRPr lang="en-GB" sz="900" kern="1200" dirty="0">
            <a:solidFill>
              <a:srgbClr val="00B050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solidFill>
                <a:srgbClr val="00B050"/>
              </a:solidFill>
            </a:rPr>
            <a:t>Identify game tester (quality control for the game)</a:t>
          </a:r>
          <a:endParaRPr lang="en-GB" sz="900" kern="1200" dirty="0">
            <a:solidFill>
              <a:srgbClr val="00B050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solidFill>
                <a:srgbClr val="00B050"/>
              </a:solidFill>
            </a:rPr>
            <a:t>Identify facilitator for the day of the event</a:t>
          </a:r>
          <a:endParaRPr lang="en-GB" sz="900" kern="1200" dirty="0">
            <a:solidFill>
              <a:srgbClr val="00B050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solidFill>
                <a:srgbClr val="00B050"/>
              </a:solidFill>
            </a:rPr>
            <a:t>Identify participating teams (synthetic or actual responders)</a:t>
          </a:r>
          <a:endParaRPr lang="en-GB" sz="900" kern="1200" dirty="0">
            <a:solidFill>
              <a:srgbClr val="00B050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Identify individual participants (Operations responders/gamers)</a:t>
          </a:r>
          <a:endParaRPr lang="en-GB" sz="900" kern="1200" dirty="0"/>
        </a:p>
      </dsp:txBody>
      <dsp:txXfrm>
        <a:off x="3157" y="502765"/>
        <a:ext cx="1898543" cy="3202385"/>
      </dsp:txXfrm>
    </dsp:sp>
    <dsp:sp modelId="{CF73684E-9029-4418-B07F-54836871FAD1}">
      <dsp:nvSpPr>
        <dsp:cNvPr id="0" name=""/>
        <dsp:cNvSpPr/>
      </dsp:nvSpPr>
      <dsp:spPr>
        <a:xfrm>
          <a:off x="2167496" y="181038"/>
          <a:ext cx="1898543" cy="321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2. Conceptualize the game</a:t>
          </a:r>
        </a:p>
      </dsp:txBody>
      <dsp:txXfrm>
        <a:off x="2167496" y="181038"/>
        <a:ext cx="1898543" cy="321727"/>
      </dsp:txXfrm>
    </dsp:sp>
    <dsp:sp modelId="{7E120828-3A5C-4F21-9CCF-B7C74BB54AFF}">
      <dsp:nvSpPr>
        <dsp:cNvPr id="0" name=""/>
        <dsp:cNvSpPr/>
      </dsp:nvSpPr>
      <dsp:spPr>
        <a:xfrm>
          <a:off x="2167496" y="502765"/>
          <a:ext cx="1898543" cy="32023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solidFill>
                <a:srgbClr val="00B050"/>
              </a:solidFill>
            </a:rPr>
            <a:t>Identify goals for the event</a:t>
          </a:r>
          <a:endParaRPr lang="en-GB" sz="900" kern="1200" dirty="0">
            <a:solidFill>
              <a:srgbClr val="00B050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solidFill>
                <a:srgbClr val="00B050"/>
              </a:solidFill>
            </a:rPr>
            <a:t>Select a IR game day incident scenario (draft)</a:t>
          </a:r>
          <a:endParaRPr lang="en-GB" sz="900" kern="1200" dirty="0">
            <a:solidFill>
              <a:srgbClr val="00B050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solidFill>
                <a:srgbClr val="00B050"/>
              </a:solidFill>
            </a:rPr>
            <a:t>Identify the trigger that engages incident response</a:t>
          </a:r>
          <a:endParaRPr lang="en-GB" sz="900" kern="1200" dirty="0">
            <a:solidFill>
              <a:srgbClr val="00B050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900" kern="1200" dirty="0">
              <a:solidFill>
                <a:srgbClr val="00B050"/>
              </a:solidFill>
            </a:rPr>
            <a:t>Develop game description (1 page)</a:t>
          </a:r>
          <a:endParaRPr lang="en-GB" sz="900" kern="1200" dirty="0">
            <a:solidFill>
              <a:srgbClr val="00B050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>
              <a:solidFill>
                <a:srgbClr val="00B050"/>
              </a:solidFill>
            </a:rPr>
            <a:t>Identify if the game will be re-used (process)</a:t>
          </a:r>
          <a:endParaRPr lang="en-GB" sz="900" kern="1200" dirty="0">
            <a:solidFill>
              <a:srgbClr val="00B050"/>
            </a:solidFill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Identify new/modified system architecture</a:t>
          </a: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Identify new/modified response procedures</a:t>
          </a: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Identify synthetic (simulated) parts of the game</a:t>
          </a: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Identify forensic trail implants for the game</a:t>
          </a: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Identify active components of the game</a:t>
          </a: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Identify access and game pre-requisites for participants</a:t>
          </a: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Identify how game will be run in parallel for each group of participants</a:t>
          </a:r>
          <a:endParaRPr lang="en-GB" sz="900" kern="1200" dirty="0"/>
        </a:p>
      </dsp:txBody>
      <dsp:txXfrm>
        <a:off x="2167496" y="502765"/>
        <a:ext cx="1898543" cy="3202385"/>
      </dsp:txXfrm>
    </dsp:sp>
    <dsp:sp modelId="{93AE145A-2DEC-410D-9536-53093BC3686C}">
      <dsp:nvSpPr>
        <dsp:cNvPr id="0" name=""/>
        <dsp:cNvSpPr/>
      </dsp:nvSpPr>
      <dsp:spPr>
        <a:xfrm>
          <a:off x="4331835" y="181038"/>
          <a:ext cx="1898543" cy="321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3. Prepare the game</a:t>
          </a:r>
        </a:p>
      </dsp:txBody>
      <dsp:txXfrm>
        <a:off x="4331835" y="181038"/>
        <a:ext cx="1898543" cy="321727"/>
      </dsp:txXfrm>
    </dsp:sp>
    <dsp:sp modelId="{7432DD38-086F-49F0-A8FC-3157292C95DA}">
      <dsp:nvSpPr>
        <dsp:cNvPr id="0" name=""/>
        <dsp:cNvSpPr/>
      </dsp:nvSpPr>
      <dsp:spPr>
        <a:xfrm>
          <a:off x="4331835" y="502765"/>
          <a:ext cx="1898543" cy="32023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Review architecture to make sure it is IR ready</a:t>
          </a: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Resource and schedule system architecture and run book modifications to get IR ready</a:t>
          </a: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Build game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Test game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Iterate until game is ready for participants</a:t>
          </a:r>
          <a:endParaRPr lang="en-GB" sz="900" kern="1200" dirty="0"/>
        </a:p>
      </dsp:txBody>
      <dsp:txXfrm>
        <a:off x="4331835" y="502765"/>
        <a:ext cx="1898543" cy="3202385"/>
      </dsp:txXfrm>
    </dsp:sp>
    <dsp:sp modelId="{B95A5EA6-4C37-4D18-85DB-E366C80C90CB}">
      <dsp:nvSpPr>
        <dsp:cNvPr id="0" name=""/>
        <dsp:cNvSpPr/>
      </dsp:nvSpPr>
      <dsp:spPr>
        <a:xfrm>
          <a:off x="6496174" y="181038"/>
          <a:ext cx="1898543" cy="321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4. Notify and facilitate the Game</a:t>
          </a:r>
          <a:endParaRPr lang="en-GB" sz="900" kern="1200" dirty="0"/>
        </a:p>
      </dsp:txBody>
      <dsp:txXfrm>
        <a:off x="6496174" y="181038"/>
        <a:ext cx="1898543" cy="321727"/>
      </dsp:txXfrm>
    </dsp:sp>
    <dsp:sp modelId="{F982E822-8D31-41AF-8BBC-317A4C25CCD0}">
      <dsp:nvSpPr>
        <dsp:cNvPr id="0" name=""/>
        <dsp:cNvSpPr/>
      </dsp:nvSpPr>
      <dsp:spPr>
        <a:xfrm>
          <a:off x="6496174" y="502765"/>
          <a:ext cx="1898543" cy="32023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Educate staff about their roles</a:t>
          </a: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Notify participants of pre-requisites</a:t>
          </a: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Schedule game day invitation</a:t>
          </a: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Confirm everyone is accepting the invite and that the meeting has a critical mass</a:t>
          </a: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Send out Pre-Event Notification to create awareness with leadership and on-call staff to avoid the game being mistaken for an actual incident by non-participants</a:t>
          </a:r>
          <a:endParaRPr lang="en-GB" sz="900" kern="1200" dirty="0"/>
        </a:p>
      </dsp:txBody>
      <dsp:txXfrm>
        <a:off x="6496174" y="502765"/>
        <a:ext cx="1898543" cy="32023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0B25AC41-3BEC-9247-8322-91B80C013F2D}" type="datetimeFigureOut">
              <a:rPr lang="en-US" smtClean="0"/>
              <a:pPr/>
              <a:t>2/17/22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69C3F2ED-74C5-7D4F-8560-0CC253E9A43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536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DB753-8783-9342-9244-499A09492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44D09C-D8F4-7140-A2A8-E97C4E608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8177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AE7B7-AE4B-0C42-8E6B-E7C8D8474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76ABD-5156-F34F-8719-E96D78B6C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620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33A13-119A-FA43-B791-5362F5A41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77C7B-EEDD-A241-95C7-017650044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1377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D3A44-9C15-0D4D-BD86-EF5115FF0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F5E42-9F5C-7B4A-A8DD-98EDFAF02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D4832-0DEB-B546-8437-7FD648AD5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3899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9C0F3-ED89-DE4D-A510-4CBCA1682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85C56-9184-E947-B5C0-D767A601F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645C75-81FA-4644-83EB-233FAA884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64D2C4-1800-3D42-9602-CF97F04852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DE049C-0DEF-B148-8D8D-4CD25713B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F2DBA-9E0E-004E-BDA2-C48E8EB00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3682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933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7C97-1962-CC4B-AFF2-2C9BDB216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B4BEB-893B-A747-A328-1746E6FE3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88797-2211-0241-AF74-E31E836A0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4923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F8C0-128C-0B4D-A02E-88C2CC991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C98D2F-3A48-F84B-A61B-773E9F47E4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9916A-345A-A745-BDB0-F344EC408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158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A7F8-7D9F-8149-8A54-8C28E138D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53546B-16A4-B84E-AE37-0C4CBED2A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276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99D132-43DF-044E-994E-86227BF6E3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DF12B-D96B-124E-B343-9F5E6A00E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2266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720" y="-113413"/>
            <a:ext cx="9559547" cy="5408428"/>
          </a:xfrm>
          <a:prstGeom prst="rect">
            <a:avLst/>
          </a:prstGeom>
        </p:spPr>
      </p:pic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487899" y="3956022"/>
            <a:ext cx="3683000" cy="433387"/>
          </a:xfrm>
        </p:spPr>
        <p:txBody>
          <a:bodyPr>
            <a:normAutofit/>
          </a:bodyPr>
          <a:lstStyle>
            <a:lvl1pPr marL="0" indent="0" algn="l">
              <a:buNone/>
              <a:defRPr sz="1600" baseline="0"/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487899" y="4337023"/>
            <a:ext cx="3683000" cy="369888"/>
          </a:xfrm>
        </p:spPr>
        <p:txBody>
          <a:bodyPr>
            <a:normAutofit/>
          </a:bodyPr>
          <a:lstStyle>
            <a:lvl1pPr marL="0" indent="0" algn="l">
              <a:buNone/>
              <a:defRPr sz="160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87899" y="1908228"/>
            <a:ext cx="7324988" cy="744537"/>
          </a:xfrm>
        </p:spPr>
        <p:txBody>
          <a:bodyPr>
            <a:noAutofit/>
          </a:bodyPr>
          <a:lstStyle>
            <a:lvl1pPr marL="0" indent="0" algn="l">
              <a:buNone/>
              <a:defRPr sz="4000" b="1" baseline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87899" y="2658575"/>
            <a:ext cx="6041582" cy="487849"/>
          </a:xfrm>
        </p:spPr>
        <p:txBody>
          <a:bodyPr/>
          <a:lstStyle>
            <a:lvl1pPr marL="0" indent="0" algn="l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37" y="425021"/>
            <a:ext cx="2446019" cy="58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049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784" y="2688966"/>
            <a:ext cx="6400800" cy="1749534"/>
          </a:xfrm>
        </p:spPr>
        <p:txBody>
          <a:bodyPr/>
          <a:lstStyle>
            <a:lvl1pPr marL="0" indent="0" algn="l">
              <a:buNone/>
              <a:defRPr sz="2400" b="1">
                <a:solidFill>
                  <a:srgbClr val="FAA63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05314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8459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394" y="1877752"/>
            <a:ext cx="7772400" cy="1021556"/>
          </a:xfrm>
        </p:spPr>
        <p:txBody>
          <a:bodyPr anchor="ctr">
            <a:noAutofit/>
          </a:bodyPr>
          <a:lstStyle>
            <a:lvl1pPr algn="l">
              <a:defRPr sz="28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4837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335192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12878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70690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0242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04724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269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fld id="{7DA0DECC-A1CD-3A45-A319-FA5814899B6D}" type="datetimeFigureOut">
              <a:rPr lang="en-US" smtClean="0"/>
              <a:pPr/>
              <a:t>2/17/22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fld id="{BA8F736F-EF12-B249-AF0D-385560EED9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7866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7558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5888" y="1674428"/>
            <a:ext cx="5066628" cy="1250668"/>
          </a:xfrm>
        </p:spPr>
        <p:txBody>
          <a:bodyPr anchor="ctr" anchorCtr="0"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68826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720" y="-113413"/>
            <a:ext cx="9559547" cy="5408428"/>
          </a:xfrm>
          <a:prstGeom prst="rect">
            <a:avLst/>
          </a:prstGeom>
        </p:spPr>
      </p:pic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487899" y="3956022"/>
            <a:ext cx="3683000" cy="433387"/>
          </a:xfrm>
        </p:spPr>
        <p:txBody>
          <a:bodyPr>
            <a:normAutofit/>
          </a:bodyPr>
          <a:lstStyle>
            <a:lvl1pPr marL="0" indent="0" algn="l">
              <a:buNone/>
              <a:defRPr sz="1600" baseline="0"/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487899" y="4337023"/>
            <a:ext cx="3683000" cy="369888"/>
          </a:xfrm>
        </p:spPr>
        <p:txBody>
          <a:bodyPr>
            <a:normAutofit/>
          </a:bodyPr>
          <a:lstStyle>
            <a:lvl1pPr marL="0" indent="0" algn="l">
              <a:buNone/>
              <a:defRPr sz="160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87899" y="1908228"/>
            <a:ext cx="7324988" cy="744537"/>
          </a:xfrm>
        </p:spPr>
        <p:txBody>
          <a:bodyPr>
            <a:noAutofit/>
          </a:bodyPr>
          <a:lstStyle>
            <a:lvl1pPr marL="0" indent="0" algn="l">
              <a:buNone/>
              <a:defRPr sz="4000" b="1" baseline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87899" y="2658575"/>
            <a:ext cx="6041582" cy="487849"/>
          </a:xfrm>
        </p:spPr>
        <p:txBody>
          <a:bodyPr/>
          <a:lstStyle>
            <a:lvl1pPr marL="0" indent="0" algn="l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37" y="425021"/>
            <a:ext cx="2446019" cy="58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8745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741"/>
          </a:xfrm>
        </p:spPr>
        <p:txBody>
          <a:bodyPr/>
          <a:lstStyle>
            <a:lvl1pPr>
              <a:defRPr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rgbClr val="414042"/>
                </a:solidFill>
              </a:defRPr>
            </a:lvl1pPr>
            <a:lvl2pPr marL="742950" indent="-285750">
              <a:buFont typeface="Arial"/>
              <a:buChar char="•"/>
              <a:defRPr>
                <a:solidFill>
                  <a:srgbClr val="414042"/>
                </a:solidFill>
              </a:defRPr>
            </a:lvl2pPr>
            <a:lvl3pPr marL="1143000" indent="-228600">
              <a:buFont typeface="Arial"/>
              <a:buChar char="•"/>
              <a:defRPr>
                <a:solidFill>
                  <a:srgbClr val="414042"/>
                </a:solidFill>
              </a:defRPr>
            </a:lvl3pPr>
            <a:lvl4pPr>
              <a:defRPr>
                <a:solidFill>
                  <a:srgbClr val="414042"/>
                </a:solidFill>
              </a:defRPr>
            </a:lvl4pPr>
            <a:lvl5pPr>
              <a:defRPr>
                <a:solidFill>
                  <a:srgbClr val="41404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67998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741"/>
          </a:xfrm>
        </p:spPr>
        <p:txBody>
          <a:bodyPr/>
          <a:lstStyle>
            <a:lvl1pPr>
              <a:defRPr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336613" y="1010408"/>
            <a:ext cx="8207742" cy="3641926"/>
          </a:xfrm>
          <a:noFill/>
        </p:spPr>
        <p:txBody>
          <a:bodyPr/>
          <a:lstStyle>
            <a:lvl1pPr marL="0" indent="0">
              <a:buNone/>
              <a:defRPr lang="en-US" sz="1100">
                <a:solidFill>
                  <a:srgbClr val="3366FF"/>
                </a:solidFill>
                <a:effectLst/>
                <a:latin typeface="Lucida Console" panose="020B0609040504020204" pitchFamily="49" charset="0"/>
              </a:defRPr>
            </a:lvl1pPr>
            <a:lvl2pPr marL="457200" indent="0">
              <a:buNone/>
              <a:defRPr>
                <a:latin typeface="Lucida Console" panose="020B0609040504020204" pitchFamily="49" charset="0"/>
              </a:defRPr>
            </a:lvl2pPr>
            <a:lvl3pPr marL="914400" indent="0">
              <a:buNone/>
              <a:defRPr>
                <a:latin typeface="Lucida Console" panose="020B0609040504020204" pitchFamily="49" charset="0"/>
              </a:defRPr>
            </a:lvl3pPr>
            <a:lvl4pPr marL="1371600" indent="0">
              <a:buNone/>
              <a:defRPr>
                <a:latin typeface="Lucida Console" panose="020B0609040504020204" pitchFamily="49" charset="0"/>
              </a:defRPr>
            </a:lvl4pPr>
            <a:lvl5pPr marL="1828800" indent="0">
              <a:buNone/>
              <a:defRPr>
                <a:latin typeface="Lucida Console" panose="020B0609040504020204" pitchFamily="49" charset="0"/>
              </a:defRPr>
            </a:lvl5pPr>
          </a:lstStyle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Syntax Test file for 68k Assembly code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Some comments about this file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.D0 00000000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MS 2100 00000002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2000;DI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LEA.L $002100,A1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#2,-(A1)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BSR $00002050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2050;DI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(A1)+,D1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(A1),D2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ADD.L D1,D2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D2,D0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RTS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5362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394" y="1969202"/>
            <a:ext cx="7772400" cy="930105"/>
          </a:xfrm>
        </p:spPr>
        <p:txBody>
          <a:bodyPr anchor="ctr">
            <a:noAutofit/>
          </a:bodyPr>
          <a:lstStyle>
            <a:lvl1pPr algn="l">
              <a:defRPr sz="4000" b="1" cap="none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57084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741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575" y="1012507"/>
            <a:ext cx="4038600" cy="3472073"/>
          </a:xfrm>
        </p:spPr>
        <p:txBody>
          <a:bodyPr/>
          <a:lstStyle>
            <a:lvl1pPr>
              <a:defRPr sz="2200">
                <a:solidFill>
                  <a:srgbClr val="414042"/>
                </a:solidFill>
              </a:defRPr>
            </a:lvl1pPr>
            <a:lvl2pPr>
              <a:defRPr sz="2000">
                <a:solidFill>
                  <a:srgbClr val="414042"/>
                </a:solidFill>
              </a:defRPr>
            </a:lvl2pPr>
            <a:lvl3pPr>
              <a:defRPr sz="1600">
                <a:solidFill>
                  <a:srgbClr val="414042"/>
                </a:solidFill>
              </a:defRPr>
            </a:lvl3pPr>
            <a:lvl4pPr>
              <a:defRPr sz="1600">
                <a:solidFill>
                  <a:srgbClr val="414042"/>
                </a:solidFill>
              </a:defRPr>
            </a:lvl4pPr>
            <a:lvl5pPr>
              <a:defRPr sz="1600">
                <a:solidFill>
                  <a:srgbClr val="41404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24575" y="1012507"/>
            <a:ext cx="4038600" cy="3472073"/>
          </a:xfrm>
        </p:spPr>
        <p:txBody>
          <a:bodyPr/>
          <a:lstStyle>
            <a:lvl1pPr>
              <a:defRPr sz="2200">
                <a:solidFill>
                  <a:srgbClr val="414042"/>
                </a:solidFill>
              </a:defRPr>
            </a:lvl1pPr>
            <a:lvl2pPr>
              <a:defRPr sz="2000">
                <a:solidFill>
                  <a:srgbClr val="414042"/>
                </a:solidFill>
              </a:defRPr>
            </a:lvl2pPr>
            <a:lvl3pPr>
              <a:defRPr sz="1600">
                <a:solidFill>
                  <a:srgbClr val="414042"/>
                </a:solidFill>
              </a:defRPr>
            </a:lvl3pPr>
            <a:lvl4pPr>
              <a:defRPr sz="1600">
                <a:solidFill>
                  <a:srgbClr val="414042"/>
                </a:solidFill>
              </a:defRPr>
            </a:lvl4pPr>
            <a:lvl5pPr>
              <a:defRPr sz="1600">
                <a:solidFill>
                  <a:srgbClr val="41404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6834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7743" y="1008053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7743" y="1487874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741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25569" y="1008053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/>
          </p:nvPr>
        </p:nvSpPr>
        <p:spPr>
          <a:xfrm>
            <a:off x="4525569" y="1487874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9315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7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7518" y="1011542"/>
            <a:ext cx="2442633" cy="33944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 marL="1371600" indent="0">
              <a:buNone/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10"/>
          </p:nvPr>
        </p:nvSpPr>
        <p:spPr>
          <a:xfrm>
            <a:off x="3231001" y="1011542"/>
            <a:ext cx="2442633" cy="33944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 marL="1371600" indent="0">
              <a:buNone/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1"/>
          </p:nvPr>
        </p:nvSpPr>
        <p:spPr>
          <a:xfrm>
            <a:off x="6124485" y="1011542"/>
            <a:ext cx="2442633" cy="33944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 marL="1371600" indent="0">
              <a:buNone/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200168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337742" y="3127084"/>
            <a:ext cx="1797050" cy="34094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4140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1"/>
          </p:nvPr>
        </p:nvSpPr>
        <p:spPr>
          <a:xfrm>
            <a:off x="2496747" y="3127084"/>
            <a:ext cx="1797050" cy="34094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4140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3"/>
          </p:nvPr>
        </p:nvSpPr>
        <p:spPr>
          <a:xfrm>
            <a:off x="4634585" y="3127084"/>
            <a:ext cx="1797050" cy="34094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4140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5"/>
          </p:nvPr>
        </p:nvSpPr>
        <p:spPr>
          <a:xfrm>
            <a:off x="6990345" y="3127084"/>
            <a:ext cx="1797050" cy="34094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4140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37742" y="1604354"/>
            <a:ext cx="1797050" cy="1344612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2496747" y="1604354"/>
            <a:ext cx="1797050" cy="1344612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634585" y="1604354"/>
            <a:ext cx="1797050" cy="1344612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6990345" y="1604354"/>
            <a:ext cx="1797050" cy="1344612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39207345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1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half" idx="2"/>
          </p:nvPr>
        </p:nvSpPr>
        <p:spPr>
          <a:xfrm>
            <a:off x="339939" y="2151897"/>
            <a:ext cx="1924050" cy="340940"/>
          </a:xfrm>
        </p:spPr>
        <p:txBody>
          <a:bodyPr>
            <a:noAutofit/>
          </a:bodyPr>
          <a:lstStyle>
            <a:lvl1pPr marL="0" indent="0" algn="ctr">
              <a:buNone/>
              <a:defRPr sz="110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1"/>
          </p:nvPr>
        </p:nvSpPr>
        <p:spPr>
          <a:xfrm>
            <a:off x="3479314" y="2151897"/>
            <a:ext cx="1924050" cy="340940"/>
          </a:xfrm>
        </p:spPr>
        <p:txBody>
          <a:bodyPr>
            <a:noAutofit/>
          </a:bodyPr>
          <a:lstStyle>
            <a:lvl1pPr marL="0" indent="0" algn="ctr">
              <a:buNone/>
              <a:defRPr sz="110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13"/>
          </p:nvPr>
        </p:nvSpPr>
        <p:spPr>
          <a:xfrm>
            <a:off x="6624980" y="2151897"/>
            <a:ext cx="1924050" cy="340940"/>
          </a:xfrm>
        </p:spPr>
        <p:txBody>
          <a:bodyPr>
            <a:noAutofit/>
          </a:bodyPr>
          <a:lstStyle>
            <a:lvl1pPr marL="0" indent="0" algn="ctr">
              <a:buNone/>
              <a:defRPr sz="110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15"/>
          </p:nvPr>
        </p:nvSpPr>
        <p:spPr>
          <a:xfrm>
            <a:off x="339939" y="3963640"/>
            <a:ext cx="1924050" cy="340940"/>
          </a:xfrm>
        </p:spPr>
        <p:txBody>
          <a:bodyPr>
            <a:noAutofit/>
          </a:bodyPr>
          <a:lstStyle>
            <a:lvl1pPr marL="0" indent="0" algn="ctr">
              <a:buNone/>
              <a:defRPr sz="110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17"/>
          </p:nvPr>
        </p:nvSpPr>
        <p:spPr>
          <a:xfrm>
            <a:off x="3479308" y="3963640"/>
            <a:ext cx="1924050" cy="340940"/>
          </a:xfrm>
        </p:spPr>
        <p:txBody>
          <a:bodyPr>
            <a:noAutofit/>
          </a:bodyPr>
          <a:lstStyle>
            <a:lvl1pPr marL="0" indent="0" algn="ctr">
              <a:buNone/>
              <a:defRPr sz="110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9"/>
          </p:nvPr>
        </p:nvSpPr>
        <p:spPr>
          <a:xfrm>
            <a:off x="6624974" y="3963640"/>
            <a:ext cx="1924050" cy="340940"/>
          </a:xfrm>
        </p:spPr>
        <p:txBody>
          <a:bodyPr>
            <a:noAutofit/>
          </a:bodyPr>
          <a:lstStyle>
            <a:lvl1pPr marL="0" indent="0" algn="ctr">
              <a:buNone/>
              <a:defRPr sz="110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339939" y="928298"/>
            <a:ext cx="1924050" cy="1100667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3479308" y="928298"/>
            <a:ext cx="1924050" cy="1100667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6624974" y="928298"/>
            <a:ext cx="1924050" cy="1100667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339939" y="2782372"/>
            <a:ext cx="1924050" cy="1100667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3479308" y="2782372"/>
            <a:ext cx="1924050" cy="1100667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6624974" y="2782372"/>
            <a:ext cx="1924050" cy="1100667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34038463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9837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7484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489150" y="4802438"/>
            <a:ext cx="30277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700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160072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607" y="-7089"/>
            <a:ext cx="9279213" cy="5249826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2822713" y="-28425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436224" y="61049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489150" y="4802438"/>
            <a:ext cx="30277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700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11647" y="1674428"/>
            <a:ext cx="6069541" cy="1250668"/>
          </a:xfrm>
        </p:spPr>
        <p:txBody>
          <a:bodyPr anchor="ctr" anchorCtr="0">
            <a:noAutofit/>
          </a:bodyPr>
          <a:lstStyle>
            <a:lvl1pPr algn="l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41" y="4706128"/>
            <a:ext cx="1108352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66201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2822713" y="-28425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436224" y="61049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489150" y="4802438"/>
            <a:ext cx="30277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700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475260" y="930149"/>
            <a:ext cx="6069541" cy="1250668"/>
          </a:xfrm>
        </p:spPr>
        <p:txBody>
          <a:bodyPr anchor="ctr" anchorCtr="0">
            <a:noAutofit/>
          </a:bodyPr>
          <a:lstStyle>
            <a:lvl1pPr algn="r"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03395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2822713" y="-28425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436224" y="61049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489150" y="4802438"/>
            <a:ext cx="30277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700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11647" y="1674428"/>
            <a:ext cx="6069541" cy="1250668"/>
          </a:xfrm>
        </p:spPr>
        <p:txBody>
          <a:bodyPr anchor="ctr" anchorCtr="0">
            <a:noAutofit/>
          </a:bodyPr>
          <a:lstStyle>
            <a:lvl1pPr algn="l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5564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0702" y="1550831"/>
            <a:ext cx="7772400" cy="1021556"/>
          </a:xfrm>
        </p:spPr>
        <p:txBody>
          <a:bodyPr anchor="ctr">
            <a:noAutofit/>
          </a:bodyPr>
          <a:lstStyle>
            <a:lvl1pPr algn="l">
              <a:defRPr sz="4000" b="1" cap="none"/>
            </a:lvl1pPr>
          </a:lstStyle>
          <a:p>
            <a:r>
              <a:rPr lang="en-US" dirty="0"/>
              <a:t>Thank you!</a:t>
            </a:r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487899" y="2572387"/>
            <a:ext cx="3683000" cy="433387"/>
          </a:xfrm>
        </p:spPr>
        <p:txBody>
          <a:bodyPr>
            <a:normAutofit/>
          </a:bodyPr>
          <a:lstStyle>
            <a:lvl1pPr marL="0" indent="0" algn="l">
              <a:buNone/>
              <a:defRPr sz="16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1562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8572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739" y="1391477"/>
            <a:ext cx="8205304" cy="3203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-81935" y="4669708"/>
            <a:ext cx="9291483" cy="0"/>
          </a:xfrm>
          <a:prstGeom prst="line">
            <a:avLst/>
          </a:prstGeom>
          <a:ln w="3175" cmpd="sng">
            <a:solidFill>
              <a:srgbClr val="2727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82768" y="4779380"/>
            <a:ext cx="704032" cy="26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49" r:id="rId13"/>
    <p:sldLayoutId id="2147483650" r:id="rId14"/>
    <p:sldLayoutId id="2147483651" r:id="rId15"/>
    <p:sldLayoutId id="2147483652" r:id="rId16"/>
    <p:sldLayoutId id="2147483653" r:id="rId17"/>
    <p:sldLayoutId id="2147483654" r:id="rId18"/>
    <p:sldLayoutId id="2147483655" r:id="rId19"/>
    <p:sldLayoutId id="2147483656" r:id="rId20"/>
    <p:sldLayoutId id="2147483657" r:id="rId21"/>
    <p:sldLayoutId id="2147483658" r:id="rId22"/>
    <p:sldLayoutId id="2147483659" r:id="rId23"/>
    <p:sldLayoutId id="2147483660" r:id="rId24"/>
  </p:sldLayoutIdLst>
  <p:txStyles>
    <p:titleStyle>
      <a:lvl1pPr algn="l" defTabSz="457200" rtl="0" eaLnBrk="1" latinLnBrk="0" hangingPunct="1">
        <a:spcBef>
          <a:spcPct val="0"/>
        </a:spcBef>
        <a:buNone/>
        <a:defRPr sz="2800" b="1" i="0" kern="1200">
          <a:solidFill>
            <a:schemeClr val="tx1">
              <a:lumMod val="75000"/>
              <a:lumOff val="25000"/>
            </a:schemeClr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595A5D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595A5D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595A5D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595A5D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595A5D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41" y="4706128"/>
            <a:ext cx="1108352" cy="26517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8572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0592" y="1009332"/>
            <a:ext cx="8205304" cy="35539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489150" y="4802438"/>
            <a:ext cx="30277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700" b="0" i="0" dirty="0">
                <a:solidFill>
                  <a:schemeClr val="bg1"/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22816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i="0" kern="1200">
          <a:solidFill>
            <a:srgbClr val="0E2735"/>
          </a:solidFill>
          <a:latin typeface="Amazon Ember Regular" charset="0"/>
          <a:ea typeface="+mj-ea"/>
          <a:cs typeface="Amazon Ember Regular" charset="0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Tx/>
        <a:buNone/>
        <a:defRPr sz="24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200" dirty="0"/>
              <a:t>Game Day Scenario Planning Workshop:  Operations Incident Response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03444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457200" indent="-457200">
              <a:buAutoNum type="arabicPeriod"/>
            </a:pPr>
            <a:r>
              <a:rPr lang="en-GB" sz="2000" dirty="0"/>
              <a:t>Workshop Objectives</a:t>
            </a:r>
          </a:p>
          <a:p>
            <a:pPr marL="457200" indent="-457200">
              <a:buAutoNum type="arabicPeriod"/>
            </a:pPr>
            <a:r>
              <a:rPr lang="en-GB" sz="2000" dirty="0"/>
              <a:t>Event Goals – repeat</a:t>
            </a:r>
          </a:p>
          <a:p>
            <a:pPr marL="457200" indent="-457200">
              <a:buAutoNum type="arabicPeriod"/>
            </a:pPr>
            <a:r>
              <a:rPr lang="en-GB" sz="2000" dirty="0"/>
              <a:t>Game-Day Approach – where are we</a:t>
            </a:r>
          </a:p>
          <a:p>
            <a:pPr marL="457200" indent="-457200">
              <a:buAutoNum type="arabicPeriod"/>
            </a:pPr>
            <a:r>
              <a:rPr lang="en-GB" sz="2000" dirty="0"/>
              <a:t>Scenario Detailed</a:t>
            </a:r>
          </a:p>
          <a:p>
            <a:pPr marL="457200" indent="-457200">
              <a:buAutoNum type="arabicPeriod"/>
            </a:pPr>
            <a:r>
              <a:rPr lang="en-GB" sz="2000" dirty="0"/>
              <a:t>Game Conceptualization</a:t>
            </a:r>
          </a:p>
          <a:p>
            <a:pPr marL="457200" indent="-457200">
              <a:buAutoNum type="arabicPeriod"/>
            </a:pPr>
            <a:endParaRPr lang="en-GB" sz="2000" dirty="0"/>
          </a:p>
          <a:p>
            <a:endParaRPr lang="en-GB" sz="2000" dirty="0"/>
          </a:p>
          <a:p>
            <a:pPr marL="457200" indent="-457200">
              <a:buAutoNum type="arabicPeriod"/>
            </a:pPr>
            <a:endParaRPr lang="en-GB" sz="2000" dirty="0"/>
          </a:p>
          <a:p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01234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Game Day Planning and Preparation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Review and refine game day goals and 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Review and refine the game day approach and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Document and refine the game day scenario description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Document and refine the game day scenario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Confirm and document game day dry </a:t>
            </a:r>
            <a:r>
              <a:rPr lang="en-GB" sz="2000"/>
              <a:t>run and execution </a:t>
            </a:r>
            <a:r>
              <a:rPr lang="en-GB" sz="2000" dirty="0"/>
              <a:t>dates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08141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AWS Sample Gameday - event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468313" y="742842"/>
            <a:ext cx="8328554" cy="3803353"/>
          </a:xfrm>
          <a:prstGeom prst="rect">
            <a:avLst/>
          </a:prstGeom>
        </p:spPr>
        <p:txBody>
          <a:bodyPr/>
          <a:lstStyle/>
          <a:p>
            <a:r>
              <a:rPr lang="en-US" sz="2000" dirty="0"/>
              <a:t>Test the effective collaboration between the &lt;response&gt; team, &lt;IT Central&gt; Services, AWS, Application support with the aim of identifying gaps in the existing analytics and IR capabilities </a:t>
            </a:r>
          </a:p>
          <a:p>
            <a:r>
              <a:rPr lang="en-US" sz="2000" dirty="0"/>
              <a:t>Develop realistic game scenario that addresses key Risks/Concerns. Stick to EC2 and RDS at the beginning &lt;Customer&gt;</a:t>
            </a:r>
          </a:p>
        </p:txBody>
      </p:sp>
    </p:spTree>
    <p:extLst>
      <p:ext uri="{BB962C8B-B14F-4D97-AF65-F5344CB8AC3E}">
        <p14:creationId xmlns:p14="http://schemas.microsoft.com/office/powerpoint/2010/main" val="1419361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13476" y="221400"/>
            <a:ext cx="8134630" cy="314367"/>
          </a:xfrm>
        </p:spPr>
        <p:txBody>
          <a:bodyPr>
            <a:normAutofit fontScale="90000"/>
          </a:bodyPr>
          <a:lstStyle/>
          <a:p>
            <a:r>
              <a:rPr lang="en-GB" dirty="0"/>
              <a:t>AWS Game-day approach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163626037"/>
              </p:ext>
            </p:extLst>
          </p:nvPr>
        </p:nvGraphicFramePr>
        <p:xfrm>
          <a:off x="279401" y="761999"/>
          <a:ext cx="8397875" cy="3886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0918" y="4264441"/>
            <a:ext cx="2476500" cy="907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7924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571088"/>
              </p:ext>
            </p:extLst>
          </p:nvPr>
        </p:nvGraphicFramePr>
        <p:xfrm>
          <a:off x="0" y="538105"/>
          <a:ext cx="9143330" cy="3690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8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1100" dirty="0"/>
                        <a:t>Game scenario (sample)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Headline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Incident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Start with EC2 and RDS (network, CPU, memory issues, or simple EC2 machine without detailed monitoring enabled) perhaps for an application running on EC2.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lang="en-US" sz="1100" dirty="0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/>
                        <a:t>Scenario tests IR capability in two key areas of AWS deployment: </a:t>
                      </a:r>
                    </a:p>
                    <a:p>
                      <a:pPr marL="171450" marR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100" baseline="0" dirty="0"/>
                        <a:t>Application specific: Handling incidents in workload running in the cloud.</a:t>
                      </a:r>
                    </a:p>
                    <a:p>
                      <a:pPr marL="171450" marR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100" baseline="0" dirty="0"/>
                        <a:t>Platform specific: handling of incidents that affect the integrity of the platform.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lang="en-US" sz="1100" dirty="0"/>
                        <a:t>Customer capabilities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Forensics.</a:t>
                      </a:r>
                    </a:p>
                    <a:p>
                      <a:r>
                        <a:rPr lang="en-US" sz="1100" baseline="0" dirty="0"/>
                        <a:t>Logging (application specific and platform)</a:t>
                      </a:r>
                    </a:p>
                    <a:p>
                      <a:r>
                        <a:rPr lang="en-US" sz="1100" baseline="0" dirty="0"/>
                        <a:t>OS and application level forensic analysis.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sz="1100" dirty="0"/>
                        <a:t>Partner</a:t>
                      </a:r>
                      <a:r>
                        <a:rPr lang="en-US" sz="1100" baseline="0" dirty="0"/>
                        <a:t> capabilities tested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Use</a:t>
                      </a:r>
                      <a:r>
                        <a:rPr lang="en-US" sz="1100" baseline="0" dirty="0"/>
                        <a:t> of AWS functionality to contain incident. </a:t>
                      </a:r>
                    </a:p>
                    <a:p>
                      <a:r>
                        <a:rPr lang="en-US" sz="1100" baseline="0" dirty="0"/>
                        <a:t>Use of AWS functionality to capture evidence for further analysis by Shell. </a:t>
                      </a:r>
                    </a:p>
                    <a:p>
                      <a:r>
                        <a:rPr lang="en-US" sz="1100" baseline="0" dirty="0"/>
                        <a:t>Retain information for analysis, prosecution, other…</a:t>
                      </a:r>
                    </a:p>
                    <a:p>
                      <a:r>
                        <a:rPr lang="en-US" sz="1100" baseline="0" dirty="0"/>
                        <a:t>Platform account governance and IR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100" dirty="0"/>
                        <a:t>AWS capabilities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-1861457" y="2547257"/>
            <a:ext cx="914400" cy="6858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60"/>
              </a:spcAft>
            </a:pPr>
            <a:endParaRPr lang="en-GB" sz="1600" dirty="0"/>
          </a:p>
        </p:txBody>
      </p:sp>
      <p:sp>
        <p:nvSpPr>
          <p:cNvPr id="3" name="Rectangle 2"/>
          <p:cNvSpPr/>
          <p:nvPr/>
        </p:nvSpPr>
        <p:spPr>
          <a:xfrm>
            <a:off x="3" y="18388"/>
            <a:ext cx="8793416" cy="399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60"/>
              </a:spcAft>
            </a:pPr>
            <a:r>
              <a:rPr lang="en-GB" b="1" dirty="0">
                <a:solidFill>
                  <a:srgbClr val="FF0000"/>
                </a:solidFill>
              </a:rPr>
              <a:t>DO NOT DISCUSS OUTSIDE PLANNING TEAM</a:t>
            </a:r>
          </a:p>
        </p:txBody>
      </p:sp>
    </p:spTree>
    <p:extLst>
      <p:ext uri="{BB962C8B-B14F-4D97-AF65-F5344CB8AC3E}">
        <p14:creationId xmlns:p14="http://schemas.microsoft.com/office/powerpoint/2010/main" val="1851267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Conceptualize the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392114" y="691257"/>
            <a:ext cx="8208961" cy="380335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Identify new/modified system architecture</a:t>
            </a:r>
            <a:endParaRPr lang="en-GB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Identify new/modified response procedures</a:t>
            </a:r>
            <a:endParaRPr lang="en-GB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Identify synthetic (simulated) parts of the game</a:t>
            </a:r>
            <a:endParaRPr lang="en-GB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Identify forensic trail implants for the game</a:t>
            </a:r>
            <a:endParaRPr lang="en-GB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Identify active components of the game</a:t>
            </a:r>
            <a:endParaRPr lang="en-GB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Identify access and game pre-requisites for participants</a:t>
            </a:r>
            <a:endParaRPr lang="en-GB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Identify how game will be run in parallel for each group of participants</a:t>
            </a:r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982887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Assignment of All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468314" y="798414"/>
            <a:ext cx="8208961" cy="3803353"/>
          </a:xfrm>
          <a:prstGeom prst="rect">
            <a:avLst/>
          </a:prstGeom>
        </p:spPr>
        <p:txBody>
          <a:bodyPr/>
          <a:lstStyle/>
          <a:p>
            <a:r>
              <a:rPr lang="en-GB" sz="2000" dirty="0"/>
              <a:t>Who is doing what?</a:t>
            </a:r>
          </a:p>
          <a:p>
            <a:r>
              <a:rPr lang="en-GB" sz="2000" dirty="0"/>
              <a:t>By when?</a:t>
            </a:r>
          </a:p>
          <a:p>
            <a:r>
              <a:rPr lang="en-GB" sz="2000" dirty="0"/>
              <a:t>Are all preparation steps assigned?</a:t>
            </a:r>
          </a:p>
          <a:p>
            <a:r>
              <a:rPr lang="en-GB" sz="2000" dirty="0"/>
              <a:t>Agree short weekly update on preparation progress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121077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Next planning meeting and recurrence: </a:t>
            </a:r>
          </a:p>
          <a:p>
            <a:r>
              <a:rPr lang="en-US" sz="2000" dirty="0"/>
              <a:t>Dry-run date: </a:t>
            </a:r>
          </a:p>
          <a:p>
            <a:r>
              <a:rPr lang="en-US" sz="2000" dirty="0" err="1"/>
              <a:t>Gameday</a:t>
            </a:r>
            <a:r>
              <a:rPr lang="en-US" sz="2000" dirty="0"/>
              <a:t> date: &lt;min 2 weeks after dry-run&gt;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89189" y="267336"/>
            <a:ext cx="8205304" cy="8572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GB" dirty="0"/>
              <a:t>Planning schedule </a:t>
            </a:r>
          </a:p>
        </p:txBody>
      </p:sp>
    </p:spTree>
    <p:extLst>
      <p:ext uri="{BB962C8B-B14F-4D97-AF65-F5344CB8AC3E}">
        <p14:creationId xmlns:p14="http://schemas.microsoft.com/office/powerpoint/2010/main" val="1540151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eckTemplate-AWS">
  <a:themeElements>
    <a:clrScheme name="AWS Colors">
      <a:dk1>
        <a:srgbClr val="1D516C"/>
      </a:dk1>
      <a:lt1>
        <a:srgbClr val="FFFFFF"/>
      </a:lt1>
      <a:dk2>
        <a:srgbClr val="1D516C"/>
      </a:dk2>
      <a:lt2>
        <a:srgbClr val="F8F8F8"/>
      </a:lt2>
      <a:accent1>
        <a:srgbClr val="FF9900"/>
      </a:accent1>
      <a:accent2>
        <a:srgbClr val="00A1C9"/>
      </a:accent2>
      <a:accent3>
        <a:srgbClr val="007DBC"/>
      </a:accent3>
      <a:accent4>
        <a:srgbClr val="69AF34"/>
      </a:accent4>
      <a:accent5>
        <a:srgbClr val="EB5F07"/>
      </a:accent5>
      <a:accent6>
        <a:srgbClr val="545B64"/>
      </a:accent6>
      <a:hlink>
        <a:srgbClr val="00E0EA"/>
      </a:hlink>
      <a:folHlink>
        <a:srgbClr val="0069E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50000"/>
          </a:schemeClr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WS_Deck_Template.potx" id="{956C5B2E-0233-4212-9383-50A039694C0C}" vid="{0176EEA5-D87D-4097-B356-86DC884F454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61065</TotalTime>
  <Words>644</Words>
  <Application>Microsoft Macintosh PowerPoint</Application>
  <PresentationFormat>On-screen Show (16:9)</PresentationFormat>
  <Paragraphs>90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Amazon Ember Light</vt:lpstr>
      <vt:lpstr>Amazon Ember Regular</vt:lpstr>
      <vt:lpstr>Arial</vt:lpstr>
      <vt:lpstr>Calibri</vt:lpstr>
      <vt:lpstr>Lucida Console</vt:lpstr>
      <vt:lpstr>Office Theme</vt:lpstr>
      <vt:lpstr>DeckTemplate-AWS</vt:lpstr>
      <vt:lpstr>PowerPoint Presentation</vt:lpstr>
      <vt:lpstr>Agenda</vt:lpstr>
      <vt:lpstr>Game Day Planning and Preparation Objectives</vt:lpstr>
      <vt:lpstr>AWS Sample Gameday - event goals</vt:lpstr>
      <vt:lpstr>AWS Game-day approach</vt:lpstr>
      <vt:lpstr>PowerPoint Presentation</vt:lpstr>
      <vt:lpstr>Conceptualize the Game</vt:lpstr>
      <vt:lpstr>Assignment of All tasks</vt:lpstr>
      <vt:lpstr>PowerPoint Presentation</vt:lpstr>
    </vt:vector>
  </TitlesOfParts>
  <Company>Amazon.com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Catalano, Alec</dc:creator>
  <cp:lastModifiedBy>Khurram Nizami</cp:lastModifiedBy>
  <cp:revision>479</cp:revision>
  <cp:lastPrinted>2014-03-14T20:26:22Z</cp:lastPrinted>
  <dcterms:created xsi:type="dcterms:W3CDTF">2012-12-27T19:47:40Z</dcterms:created>
  <dcterms:modified xsi:type="dcterms:W3CDTF">2022-02-17T20:39:08Z</dcterms:modified>
</cp:coreProperties>
</file>